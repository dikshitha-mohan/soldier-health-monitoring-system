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6.jpg" ContentType="image/jpeg"/>
  <Override PartName="/ppt/notesSlides/notesSlide4.xml" ContentType="application/vnd.openxmlformats-officedocument.presentationml.notesSlide+xml"/>
  <Override PartName="/ppt/media/image16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5" r:id="rId4"/>
    <p:sldId id="258" r:id="rId5"/>
    <p:sldId id="282" r:id="rId6"/>
    <p:sldId id="283" r:id="rId7"/>
    <p:sldId id="262" r:id="rId8"/>
    <p:sldId id="263" r:id="rId9"/>
    <p:sldId id="264" r:id="rId10"/>
    <p:sldId id="261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2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rtivijayalaxmi@gmail.com" userId="77580f59f6cb52b7" providerId="LiveId" clId="{6363F39C-8811-4FF5-827F-95763A1B1D06}"/>
    <pc:docChg chg="modSld">
      <pc:chgData name="nertivijayalaxmi@gmail.com" userId="77580f59f6cb52b7" providerId="LiveId" clId="{6363F39C-8811-4FF5-827F-95763A1B1D06}" dt="2025-11-09T15:14:39.707" v="29" actId="20577"/>
      <pc:docMkLst>
        <pc:docMk/>
      </pc:docMkLst>
      <pc:sldChg chg="modSp mod">
        <pc:chgData name="nertivijayalaxmi@gmail.com" userId="77580f59f6cb52b7" providerId="LiveId" clId="{6363F39C-8811-4FF5-827F-95763A1B1D06}" dt="2025-11-09T15:13:59.933" v="17" actId="20577"/>
        <pc:sldMkLst>
          <pc:docMk/>
          <pc:sldMk cId="1664909919" sldId="272"/>
        </pc:sldMkLst>
        <pc:spChg chg="mod">
          <ac:chgData name="nertivijayalaxmi@gmail.com" userId="77580f59f6cb52b7" providerId="LiveId" clId="{6363F39C-8811-4FF5-827F-95763A1B1D06}" dt="2025-11-09T15:13:59.933" v="17" actId="20577"/>
          <ac:spMkLst>
            <pc:docMk/>
            <pc:sldMk cId="1664909919" sldId="272"/>
            <ac:spMk id="8" creationId="{C2138B66-5BEA-3B04-C739-00DC21D3E246}"/>
          </ac:spMkLst>
        </pc:spChg>
      </pc:sldChg>
      <pc:sldChg chg="modSp mod">
        <pc:chgData name="nertivijayalaxmi@gmail.com" userId="77580f59f6cb52b7" providerId="LiveId" clId="{6363F39C-8811-4FF5-827F-95763A1B1D06}" dt="2025-11-09T15:14:12.561" v="21" actId="20577"/>
        <pc:sldMkLst>
          <pc:docMk/>
          <pc:sldMk cId="3124968667" sldId="275"/>
        </pc:sldMkLst>
        <pc:spChg chg="mod">
          <ac:chgData name="nertivijayalaxmi@gmail.com" userId="77580f59f6cb52b7" providerId="LiveId" clId="{6363F39C-8811-4FF5-827F-95763A1B1D06}" dt="2025-11-09T15:13:32.933" v="4" actId="20577"/>
          <ac:spMkLst>
            <pc:docMk/>
            <pc:sldMk cId="3124968667" sldId="275"/>
            <ac:spMk id="13" creationId="{4A313DAC-C15B-6095-66E3-75E2A43396AD}"/>
          </ac:spMkLst>
        </pc:spChg>
        <pc:spChg chg="mod">
          <ac:chgData name="nertivijayalaxmi@gmail.com" userId="77580f59f6cb52b7" providerId="LiveId" clId="{6363F39C-8811-4FF5-827F-95763A1B1D06}" dt="2025-11-09T15:14:12.561" v="21" actId="20577"/>
          <ac:spMkLst>
            <pc:docMk/>
            <pc:sldMk cId="3124968667" sldId="275"/>
            <ac:spMk id="14" creationId="{C3083FED-CAEE-91C5-AB76-6213428F6649}"/>
          </ac:spMkLst>
        </pc:spChg>
      </pc:sldChg>
      <pc:sldChg chg="modSp mod">
        <pc:chgData name="nertivijayalaxmi@gmail.com" userId="77580f59f6cb52b7" providerId="LiveId" clId="{6363F39C-8811-4FF5-827F-95763A1B1D06}" dt="2025-11-09T15:14:39.707" v="29" actId="20577"/>
        <pc:sldMkLst>
          <pc:docMk/>
          <pc:sldMk cId="3035146269" sldId="276"/>
        </pc:sldMkLst>
        <pc:spChg chg="mod">
          <ac:chgData name="nertivijayalaxmi@gmail.com" userId="77580f59f6cb52b7" providerId="LiveId" clId="{6363F39C-8811-4FF5-827F-95763A1B1D06}" dt="2025-11-09T15:14:21.013" v="24" actId="20577"/>
          <ac:spMkLst>
            <pc:docMk/>
            <pc:sldMk cId="3035146269" sldId="276"/>
            <ac:spMk id="7" creationId="{28D944D7-199C-2370-9187-E4EF50F6FE3B}"/>
          </ac:spMkLst>
        </pc:spChg>
        <pc:spChg chg="mod">
          <ac:chgData name="nertivijayalaxmi@gmail.com" userId="77580f59f6cb52b7" providerId="LiveId" clId="{6363F39C-8811-4FF5-827F-95763A1B1D06}" dt="2025-11-09T15:14:39.707" v="29" actId="20577"/>
          <ac:spMkLst>
            <pc:docMk/>
            <pc:sldMk cId="3035146269" sldId="276"/>
            <ac:spMk id="8" creationId="{50591DF0-580F-2838-B1F6-3C45F85727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4D688-44E5-4891-9E8D-E6294F61FC7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4729A-BB6E-461A-B150-23332529B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50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E4729A-BB6E-461A-B150-23332529B7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360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E4729A-BB6E-461A-B150-23332529B73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060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E4729A-BB6E-461A-B150-23332529B73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370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E4729A-BB6E-461A-B150-23332529B73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15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5FF6-2622-E1DE-2515-0087115C1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3B6D5-78F4-EE22-CFA7-8B2714625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6AACD-C5FA-7DCB-EE6C-66353909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26C6A-E15D-D3CC-1B77-F3488A6A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7CABA-0368-116B-5DAC-DCEB8FB1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93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FA54-3119-A3EA-F71D-5EAC45E6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31D5-5BD8-D388-57A7-4463373D7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B7CD3-2A73-8FB6-DAA3-798F28BCE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1C07E-0309-1442-CAF9-E5415D53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B95CD-A8C7-8858-654D-5D8A3ABD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02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BA5D-BD94-78DD-A22C-8F6BA96C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EAC9C-26C6-6A6C-BF56-341909406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6F2EA-6D62-37FF-17DE-702C4679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3E7D-D0F7-90B7-B923-8D117624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4FB6-98BD-CC8D-C3CE-2EF10E08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9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DBB8-4153-FD90-E556-B2C6A19A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EE8F-C16B-B9C8-107E-64E1214F9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C9191-8FE1-B6B6-397B-BF185E9E4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9D765-1D19-1570-F2AC-BE13D330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831-76F0-685A-B077-D92DCC92D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6B486-74DB-1955-937D-0179AB5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A89E-09F5-3326-33EB-65633D45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11315-7730-4C55-0042-B61D68E42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3F69E-55A7-5557-ADE1-7094C35AC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00AD1-7F32-1779-92D8-4F4A49835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C265B-3FB7-FA00-8CA8-1BDDF630A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7A2D2-202B-85F1-3344-4D67A691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7C33A-F0F3-F4B0-852C-810B2D632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45706-7704-E112-005D-610C1E05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07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BEBB-5149-1A16-0802-667C481E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25B3E-C97A-0C5B-86B6-2FF6944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1D765-89C8-0F76-7716-55A2D175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A11D8-AA6E-5DBE-685D-AD207E79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36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8F534-FDE4-AA3D-0E11-DD4539D9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1424C-704A-6837-D307-C4568159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674BB-7D03-B36D-E538-67CDC237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5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B0A3-E91D-DF67-57E8-AD0CBBA61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8C35-E847-4B32-A645-F7C999D26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0CAD4-4E90-D2D6-8CB7-2D740E4D2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BBA2E-9FFA-9F6B-82BB-F7B544D2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259FC-2301-A9A0-D81F-24D5A166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B9516-4800-C1C1-FD1A-4092DFCE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3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0ACA-2FDF-6ED4-5434-FDF028AFB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1F924-9452-9401-9A80-7062666D3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7A23F-0DD2-D024-ACB2-CC695CDA9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66239-D65D-BA9C-7292-47CDCF09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7714C-4F95-BDEC-DBC5-4544BF7AB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61870-7675-0DF2-32BA-465E2FF8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40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9BB88-0E72-1D2A-E6A4-4C9F2E9D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0A88C-A435-8769-BA65-DA40EB206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D15D-5633-B430-DACF-01EACA35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0D-9454-FC65-F649-33B2E1BA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9F1BF-D06D-139C-0115-9EE4D734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47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6308D-BA8E-A2AD-01FD-6159C552D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CA7CC-6A78-CB4B-99A3-4B2C5618C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30EFC-272D-3D93-EC87-6AB55137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5C58A-19F9-02E0-A84F-E4391212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ADC5-0E89-8E3B-65C4-EFAE4DF1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40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8C4C5-A93B-932B-E48F-77B2CD86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B55B9-2C5B-4302-9F24-0722D956D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34625-51BE-FA9E-3B86-5DB0244CE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D28B9-D13C-4E79-93A0-ABAF5822CF94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AC28B-B9BF-5C38-AA60-83059A434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08881-AF02-D1AA-2BBD-9DA2FC729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7F10D-7362-4C2C-A224-2B37E3BBA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21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33B-8F3C-E147-7E39-72AFB7C1F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5300"/>
            <a:ext cx="9144000" cy="4002372"/>
          </a:xfrm>
        </p:spPr>
        <p:txBody>
          <a:bodyPr>
            <a:normAutofit fontScale="90000"/>
          </a:bodyPr>
          <a:lstStyle/>
          <a:p>
            <a:pPr marL="12700" marR="20955">
              <a:lnSpc>
                <a:spcPct val="102800"/>
              </a:lnSpc>
              <a:spcBef>
                <a:spcPts val="90"/>
              </a:spcBef>
            </a:pPr>
            <a:r>
              <a:rPr lang="en-IN" sz="2000" b="1" spc="-30" dirty="0">
                <a:latin typeface="Times New Roman"/>
                <a:cs typeface="Times New Roman"/>
              </a:rPr>
              <a:t>VISVESVARAYA</a:t>
            </a:r>
            <a:r>
              <a:rPr lang="en-IN" sz="2000" b="1" spc="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TECHNOLOGICAL</a:t>
            </a:r>
            <a:r>
              <a:rPr lang="en-IN" sz="2000" b="1" spc="5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UNIVERSITY</a:t>
            </a:r>
            <a:r>
              <a:rPr lang="en-IN" sz="2000" b="1" spc="11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“JNANA</a:t>
            </a:r>
            <a:r>
              <a:rPr lang="en-IN" sz="2000" b="1" spc="9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SANGAMA”, </a:t>
            </a:r>
            <a:r>
              <a:rPr lang="en-IN" sz="2000" b="1" dirty="0">
                <a:latin typeface="Times New Roman"/>
                <a:cs typeface="Times New Roman"/>
              </a:rPr>
              <a:t>BELAGAVI,</a:t>
            </a:r>
            <a:r>
              <a:rPr lang="en-IN" sz="2000" b="1" spc="2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KARNATAKA-</a:t>
            </a:r>
            <a:r>
              <a:rPr lang="en-IN" sz="2000" b="1" dirty="0">
                <a:latin typeface="Times New Roman"/>
                <a:cs typeface="Times New Roman"/>
              </a:rPr>
              <a:t>590</a:t>
            </a:r>
            <a:r>
              <a:rPr lang="en-IN" sz="2000" b="1" spc="25" dirty="0">
                <a:latin typeface="Times New Roman"/>
                <a:cs typeface="Times New Roman"/>
              </a:rPr>
              <a:t> </a:t>
            </a:r>
            <a:r>
              <a:rPr lang="en-IN" sz="2000" b="1" spc="-25" dirty="0">
                <a:latin typeface="Times New Roman"/>
                <a:cs typeface="Times New Roman"/>
              </a:rPr>
              <a:t>018</a:t>
            </a:r>
            <a:br>
              <a:rPr lang="en-IN" sz="2000" dirty="0">
                <a:latin typeface="Times New Roman"/>
                <a:cs typeface="Times New Roman"/>
              </a:rPr>
            </a:br>
            <a:br>
              <a:rPr lang="en-IN" sz="2000" dirty="0">
                <a:latin typeface="Times New Roman"/>
                <a:cs typeface="Times New Roman"/>
              </a:rPr>
            </a:br>
            <a:r>
              <a:rPr lang="en-IN" sz="2000" b="1" dirty="0">
                <a:latin typeface="Times New Roman"/>
                <a:cs typeface="Times New Roman"/>
              </a:rPr>
              <a:t>MYSURU</a:t>
            </a:r>
            <a:r>
              <a:rPr lang="en-IN" sz="2000" b="1" spc="7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ROYAL </a:t>
            </a:r>
            <a:r>
              <a:rPr lang="en-IN" sz="2000" b="1" dirty="0">
                <a:latin typeface="Times New Roman"/>
                <a:cs typeface="Times New Roman"/>
              </a:rPr>
              <a:t>INSTITUTE</a:t>
            </a:r>
            <a:r>
              <a:rPr lang="en-IN" sz="2000" b="1" spc="6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OF</a:t>
            </a:r>
            <a:r>
              <a:rPr lang="en-IN" sz="2000" b="1" spc="2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TECHNOLOGY</a:t>
            </a:r>
            <a:br>
              <a:rPr lang="en-IN" sz="2000" dirty="0">
                <a:latin typeface="Times New Roman"/>
                <a:cs typeface="Times New Roman"/>
              </a:rPr>
            </a:br>
            <a:r>
              <a:rPr lang="en-IN" sz="2000" dirty="0" err="1">
                <a:latin typeface="Times New Roman"/>
                <a:cs typeface="Times New Roman"/>
              </a:rPr>
              <a:t>Lakshmipura</a:t>
            </a:r>
            <a:r>
              <a:rPr lang="en-IN" sz="2000" spc="5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Road,</a:t>
            </a:r>
            <a:r>
              <a:rPr lang="en-IN" sz="2000" spc="35" dirty="0">
                <a:latin typeface="Times New Roman"/>
                <a:cs typeface="Times New Roman"/>
              </a:rPr>
              <a:t> </a:t>
            </a:r>
            <a:r>
              <a:rPr lang="en-IN" sz="2000" dirty="0" err="1">
                <a:latin typeface="Times New Roman"/>
                <a:cs typeface="Times New Roman"/>
              </a:rPr>
              <a:t>Srirangapatna</a:t>
            </a:r>
            <a:r>
              <a:rPr lang="en-IN" sz="2000" dirty="0">
                <a:latin typeface="Times New Roman"/>
                <a:cs typeface="Times New Roman"/>
              </a:rPr>
              <a:t>,</a:t>
            </a:r>
            <a:r>
              <a:rPr lang="en-IN" sz="2000" spc="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Mandya</a:t>
            </a:r>
            <a:r>
              <a:rPr lang="en-IN" sz="2000" spc="6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lang="en-IN" sz="2000" spc="-10" dirty="0">
                <a:latin typeface="Times New Roman"/>
                <a:cs typeface="Times New Roman"/>
              </a:rPr>
              <a:t> 571406</a:t>
            </a:r>
            <a:br>
              <a:rPr lang="en-IN" sz="2000" dirty="0">
                <a:latin typeface="Times New Roman"/>
                <a:cs typeface="Times New Roman"/>
              </a:rPr>
            </a:br>
            <a:r>
              <a:rPr lang="en-IN" sz="2000" b="1" spc="-10" dirty="0">
                <a:latin typeface="Times New Roman"/>
                <a:cs typeface="Times New Roman"/>
              </a:rPr>
              <a:t>DEPARTMENT</a:t>
            </a:r>
            <a:r>
              <a:rPr lang="en-IN" sz="2000" b="1" dirty="0">
                <a:latin typeface="Times New Roman"/>
                <a:cs typeface="Times New Roman"/>
              </a:rPr>
              <a:t> OF</a:t>
            </a:r>
            <a:r>
              <a:rPr lang="en-IN" sz="2000" b="1" spc="-3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ELECTRONICS</a:t>
            </a:r>
            <a:r>
              <a:rPr lang="en-IN" sz="2000" b="1" spc="-5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AND</a:t>
            </a:r>
            <a:r>
              <a:rPr lang="en-IN" sz="2000" b="1" spc="2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COMMUNICATION</a:t>
            </a:r>
            <a:r>
              <a:rPr lang="en-IN" sz="2000" b="1" spc="38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ENGINEERING</a:t>
            </a:r>
            <a:br>
              <a:rPr lang="en-IN" sz="2000" dirty="0">
                <a:latin typeface="Times New Roman"/>
                <a:cs typeface="Times New Roman"/>
              </a:rPr>
            </a:br>
            <a:r>
              <a:rPr lang="en-IN" sz="2000" spc="-10" dirty="0">
                <a:latin typeface="Times New Roman"/>
                <a:cs typeface="Times New Roman"/>
              </a:rPr>
              <a:t>Project</a:t>
            </a:r>
            <a:r>
              <a:rPr lang="en-IN" sz="2000" spc="-40" dirty="0">
                <a:latin typeface="Times New Roman"/>
                <a:cs typeface="Times New Roman"/>
              </a:rPr>
              <a:t> Work </a:t>
            </a:r>
            <a:r>
              <a:rPr lang="en-IN" sz="2000" spc="-10" dirty="0">
                <a:latin typeface="Times New Roman"/>
                <a:cs typeface="Times New Roman"/>
              </a:rPr>
              <a:t>[BEC786]</a:t>
            </a:r>
            <a:br>
              <a:rPr lang="en-IN" sz="2000" dirty="0">
                <a:latin typeface="Times New Roman"/>
                <a:cs typeface="Times New Roman"/>
              </a:rPr>
            </a:br>
            <a:r>
              <a:rPr lang="en-IN" sz="2000" dirty="0">
                <a:latin typeface="Times New Roman"/>
                <a:cs typeface="Times New Roman"/>
              </a:rPr>
              <a:t>Phase-II Presentation</a:t>
            </a:r>
            <a:r>
              <a:rPr lang="en-IN" sz="2000" spc="60" dirty="0">
                <a:latin typeface="Times New Roman"/>
                <a:cs typeface="Times New Roman"/>
              </a:rPr>
              <a:t> </a:t>
            </a:r>
            <a:r>
              <a:rPr lang="en-IN" sz="2000" spc="-25" dirty="0">
                <a:latin typeface="Times New Roman"/>
                <a:cs typeface="Times New Roman"/>
              </a:rPr>
              <a:t>on</a:t>
            </a:r>
            <a:br>
              <a:rPr lang="en-IN" sz="2000" dirty="0">
                <a:latin typeface="Times New Roman"/>
                <a:cs typeface="Times New Roman"/>
              </a:rPr>
            </a:br>
            <a:r>
              <a:rPr lang="en-IN" sz="2000" spc="-10" dirty="0">
                <a:latin typeface="Times New Roman"/>
                <a:cs typeface="Times New Roman"/>
              </a:rPr>
              <a:t>Title: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Times New Roman"/>
                <a:cs typeface="Times New Roman"/>
              </a:rPr>
              <a:t>“Soldier Health Monitoring and Position Tracking System</a:t>
            </a:r>
            <a:r>
              <a:rPr lang="en-IN" sz="2000" b="1" spc="-10" dirty="0">
                <a:latin typeface="Times New Roman"/>
                <a:cs typeface="Times New Roman"/>
              </a:rPr>
              <a:t>”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CFF4164-DF05-3F55-F14E-6C10C61E3E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914" y="495301"/>
            <a:ext cx="1106085" cy="943354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30618A47-0CC0-1328-477D-BA96F257B6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495300"/>
            <a:ext cx="1334007" cy="943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AEEBAE-828D-18EA-9F19-65DBB1E0659F}"/>
              </a:ext>
            </a:extLst>
          </p:cNvPr>
          <p:cNvSpPr txBox="1"/>
          <p:nvPr/>
        </p:nvSpPr>
        <p:spPr>
          <a:xfrm>
            <a:off x="1" y="4322176"/>
            <a:ext cx="450668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indent="405130">
              <a:lnSpc>
                <a:spcPct val="100000"/>
              </a:lnSpc>
              <a:spcBef>
                <a:spcPts val="785"/>
              </a:spcBef>
            </a:pPr>
            <a:r>
              <a:rPr lang="en-US" sz="1800" b="1" dirty="0">
                <a:latin typeface="Times New Roman"/>
                <a:cs typeface="Times New Roman"/>
              </a:rPr>
              <a:t>Presented</a:t>
            </a:r>
            <a:r>
              <a:rPr lang="en-US" sz="1800" b="1" spc="65" dirty="0">
                <a:latin typeface="Times New Roman"/>
                <a:cs typeface="Times New Roman"/>
              </a:rPr>
              <a:t> </a:t>
            </a:r>
            <a:r>
              <a:rPr lang="en-US" sz="1800" b="1" spc="-25" dirty="0">
                <a:latin typeface="Times New Roman"/>
                <a:cs typeface="Times New Roman"/>
              </a:rPr>
              <a:t>By</a:t>
            </a:r>
          </a:p>
          <a:p>
            <a:pPr marL="12700" indent="405130">
              <a:lnSpc>
                <a:spcPct val="100000"/>
              </a:lnSpc>
              <a:spcBef>
                <a:spcPts val="785"/>
              </a:spcBef>
            </a:pPr>
            <a:r>
              <a:rPr lang="en-US" spc="-30" dirty="0">
                <a:latin typeface="Times New Roman"/>
                <a:cs typeface="Times New Roman"/>
              </a:rPr>
              <a:t>CHETAN.S</a:t>
            </a:r>
          </a:p>
          <a:p>
            <a:pPr marL="12700" indent="405130">
              <a:lnSpc>
                <a:spcPct val="100000"/>
              </a:lnSpc>
              <a:spcBef>
                <a:spcPts val="785"/>
              </a:spcBef>
            </a:pPr>
            <a:r>
              <a:rPr lang="en-US" spc="-30" dirty="0">
                <a:latin typeface="Times New Roman"/>
                <a:cs typeface="Times New Roman"/>
              </a:rPr>
              <a:t>DIKSHITHA.M</a:t>
            </a:r>
            <a:r>
              <a:rPr lang="en-US" spc="-50" dirty="0">
                <a:latin typeface="Times New Roman"/>
                <a:cs typeface="Times New Roman"/>
              </a:rPr>
              <a:t> </a:t>
            </a:r>
          </a:p>
          <a:p>
            <a:pPr marL="12700" indent="405130">
              <a:lnSpc>
                <a:spcPct val="100000"/>
              </a:lnSpc>
              <a:spcBef>
                <a:spcPts val="785"/>
              </a:spcBef>
            </a:pPr>
            <a:r>
              <a:rPr lang="en-US" spc="-45" dirty="0">
                <a:latin typeface="Times New Roman"/>
                <a:cs typeface="Times New Roman"/>
              </a:rPr>
              <a:t>VIJAYALAKSHMI D N     </a:t>
            </a:r>
          </a:p>
          <a:p>
            <a:pPr marL="12700" indent="405130">
              <a:lnSpc>
                <a:spcPct val="100000"/>
              </a:lnSpc>
              <a:spcBef>
                <a:spcPts val="785"/>
              </a:spcBef>
            </a:pPr>
            <a:r>
              <a:rPr lang="en-US" spc="-45" dirty="0">
                <a:latin typeface="Times New Roman"/>
                <a:cs typeface="Times New Roman"/>
              </a:rPr>
              <a:t>MAHADEV PRASAD BK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238CC-854F-0010-7FA8-25FEBA74F526}"/>
              </a:ext>
            </a:extLst>
          </p:cNvPr>
          <p:cNvSpPr txBox="1"/>
          <p:nvPr/>
        </p:nvSpPr>
        <p:spPr>
          <a:xfrm>
            <a:off x="3462817" y="4497672"/>
            <a:ext cx="1710873" cy="171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spc="-10" dirty="0">
                <a:latin typeface="Times New Roman"/>
                <a:cs typeface="Times New Roman"/>
              </a:rPr>
              <a:t>[4MU22EC007] [4MU22EC011] [4MU22EC046]</a:t>
            </a:r>
          </a:p>
          <a:p>
            <a:pPr>
              <a:lnSpc>
                <a:spcPct val="150000"/>
              </a:lnSpc>
            </a:pPr>
            <a:r>
              <a:rPr lang="en-IN" spc="-10" dirty="0">
                <a:latin typeface="Times New Roman"/>
                <a:cs typeface="Times New Roman"/>
              </a:rPr>
              <a:t>[4MU23EC403]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05D35-83CD-5641-6E8D-58956FA85F9D}"/>
              </a:ext>
            </a:extLst>
          </p:cNvPr>
          <p:cNvSpPr txBox="1"/>
          <p:nvPr/>
        </p:nvSpPr>
        <p:spPr>
          <a:xfrm>
            <a:off x="8470903" y="4982546"/>
            <a:ext cx="3890755" cy="120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US" sz="2000" b="1" dirty="0">
                <a:latin typeface="Times New Roman"/>
                <a:cs typeface="Times New Roman"/>
              </a:rPr>
              <a:t>Under</a:t>
            </a:r>
            <a:r>
              <a:rPr lang="en-US" sz="2000" b="1" spc="4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Guidance</a:t>
            </a:r>
            <a:r>
              <a:rPr lang="en-US" sz="2000" b="1" spc="80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of</a:t>
            </a:r>
            <a:endParaRPr lang="en-US" sz="1800" dirty="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275"/>
              </a:spcBef>
            </a:pPr>
            <a:r>
              <a:rPr lang="en-US" dirty="0">
                <a:latin typeface="Times New Roman"/>
                <a:cs typeface="Times New Roman"/>
              </a:rPr>
              <a:t> Prof. Krishnaveni K</a:t>
            </a:r>
            <a:endParaRPr lang="en-US" sz="1800" dirty="0">
              <a:latin typeface="Times New Roman"/>
              <a:cs typeface="Times New Roman"/>
            </a:endParaRPr>
          </a:p>
          <a:p>
            <a:pPr marL="40005" marR="154940">
              <a:lnSpc>
                <a:spcPts val="1789"/>
              </a:lnSpc>
              <a:spcBef>
                <a:spcPts val="55"/>
              </a:spcBef>
            </a:pPr>
            <a:r>
              <a:rPr lang="en-US" sz="1800" dirty="0">
                <a:latin typeface="Times New Roman"/>
                <a:cs typeface="Times New Roman"/>
              </a:rPr>
              <a:t> Assistant</a:t>
            </a:r>
            <a:r>
              <a:rPr lang="en-US" sz="1800" spc="11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Professor </a:t>
            </a:r>
          </a:p>
          <a:p>
            <a:pPr marL="40005" marR="154940">
              <a:lnSpc>
                <a:spcPts val="1789"/>
              </a:lnSpc>
              <a:spcBef>
                <a:spcPts val="55"/>
              </a:spcBef>
            </a:pPr>
            <a:r>
              <a:rPr lang="en-US" sz="1800" dirty="0">
                <a:latin typeface="Times New Roman"/>
                <a:cs typeface="Times New Roman"/>
              </a:rPr>
              <a:t> Dept.</a:t>
            </a:r>
            <a:r>
              <a:rPr lang="en-US" sz="1800" spc="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45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ECE 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983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596A-05C3-B77B-4F54-A33C1EBC5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669BA6D9-D11B-6157-A8C1-D59BB760581E}"/>
              </a:ext>
            </a:extLst>
          </p:cNvPr>
          <p:cNvGrpSpPr/>
          <p:nvPr/>
        </p:nvGrpSpPr>
        <p:grpSpPr>
          <a:xfrm>
            <a:off x="545658" y="230188"/>
            <a:ext cx="2682875" cy="1438910"/>
            <a:chOff x="3390458" y="2589307"/>
            <a:chExt cx="2682875" cy="143891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6797B72E-252D-277D-C185-BFE1A7920D28}"/>
                </a:ext>
              </a:extLst>
            </p:cNvPr>
            <p:cNvSpPr/>
            <p:nvPr/>
          </p:nvSpPr>
          <p:spPr>
            <a:xfrm>
              <a:off x="3395856" y="2594705"/>
              <a:ext cx="2672080" cy="1428115"/>
            </a:xfrm>
            <a:custGeom>
              <a:avLst/>
              <a:gdLst/>
              <a:ahLst/>
              <a:cxnLst/>
              <a:rect l="l" t="t" r="r" b="b"/>
              <a:pathLst>
                <a:path w="2672079" h="1428114">
                  <a:moveTo>
                    <a:pt x="1347854" y="1427752"/>
                  </a:moveTo>
                  <a:lnTo>
                    <a:pt x="1297053" y="1423736"/>
                  </a:lnTo>
                  <a:lnTo>
                    <a:pt x="1246248" y="1414938"/>
                  </a:lnTo>
                  <a:lnTo>
                    <a:pt x="1192200" y="1400210"/>
                  </a:lnTo>
                  <a:lnTo>
                    <a:pt x="1141957" y="1380142"/>
                  </a:lnTo>
                  <a:lnTo>
                    <a:pt x="1096030" y="1355246"/>
                  </a:lnTo>
                  <a:lnTo>
                    <a:pt x="1054931" y="1326034"/>
                  </a:lnTo>
                  <a:lnTo>
                    <a:pt x="1019172" y="1293018"/>
                  </a:lnTo>
                  <a:lnTo>
                    <a:pt x="973233" y="1310810"/>
                  </a:lnTo>
                  <a:lnTo>
                    <a:pt x="925905" y="1324612"/>
                  </a:lnTo>
                  <a:lnTo>
                    <a:pt x="877586" y="1334495"/>
                  </a:lnTo>
                  <a:lnTo>
                    <a:pt x="828673" y="1340535"/>
                  </a:lnTo>
                  <a:lnTo>
                    <a:pt x="779565" y="1342802"/>
                  </a:lnTo>
                  <a:lnTo>
                    <a:pt x="730660" y="1341372"/>
                  </a:lnTo>
                  <a:lnTo>
                    <a:pt x="682357" y="1336316"/>
                  </a:lnTo>
                  <a:lnTo>
                    <a:pt x="635053" y="1327709"/>
                  </a:lnTo>
                  <a:lnTo>
                    <a:pt x="589147" y="1315622"/>
                  </a:lnTo>
                  <a:lnTo>
                    <a:pt x="545038" y="1300130"/>
                  </a:lnTo>
                  <a:lnTo>
                    <a:pt x="503123" y="1281306"/>
                  </a:lnTo>
                  <a:lnTo>
                    <a:pt x="463802" y="1259222"/>
                  </a:lnTo>
                  <a:lnTo>
                    <a:pt x="427471" y="1233952"/>
                  </a:lnTo>
                  <a:lnTo>
                    <a:pt x="394529" y="1205569"/>
                  </a:lnTo>
                  <a:lnTo>
                    <a:pt x="365376" y="1174146"/>
                  </a:lnTo>
                  <a:lnTo>
                    <a:pt x="363852" y="1171098"/>
                  </a:lnTo>
                  <a:lnTo>
                    <a:pt x="360804" y="1168050"/>
                  </a:lnTo>
                  <a:lnTo>
                    <a:pt x="306210" y="1168526"/>
                  </a:lnTo>
                  <a:lnTo>
                    <a:pt x="254100" y="1161287"/>
                  </a:lnTo>
                  <a:lnTo>
                    <a:pt x="205668" y="1147048"/>
                  </a:lnTo>
                  <a:lnTo>
                    <a:pt x="162112" y="1126521"/>
                  </a:lnTo>
                  <a:lnTo>
                    <a:pt x="124628" y="1100423"/>
                  </a:lnTo>
                  <a:lnTo>
                    <a:pt x="94413" y="1069467"/>
                  </a:lnTo>
                  <a:lnTo>
                    <a:pt x="72663" y="1034367"/>
                  </a:lnTo>
                  <a:lnTo>
                    <a:pt x="60576" y="995838"/>
                  </a:lnTo>
                  <a:lnTo>
                    <a:pt x="60195" y="953523"/>
                  </a:lnTo>
                  <a:lnTo>
                    <a:pt x="72387" y="912209"/>
                  </a:lnTo>
                  <a:lnTo>
                    <a:pt x="96580" y="873466"/>
                  </a:lnTo>
                  <a:lnTo>
                    <a:pt x="132204" y="838866"/>
                  </a:lnTo>
                  <a:lnTo>
                    <a:pt x="88261" y="815402"/>
                  </a:lnTo>
                  <a:lnTo>
                    <a:pt x="52694" y="786884"/>
                  </a:lnTo>
                  <a:lnTo>
                    <a:pt x="25878" y="754400"/>
                  </a:lnTo>
                  <a:lnTo>
                    <a:pt x="8188" y="719042"/>
                  </a:lnTo>
                  <a:lnTo>
                    <a:pt x="0" y="681897"/>
                  </a:lnTo>
                  <a:lnTo>
                    <a:pt x="1687" y="644056"/>
                  </a:lnTo>
                  <a:lnTo>
                    <a:pt x="13626" y="606608"/>
                  </a:lnTo>
                  <a:lnTo>
                    <a:pt x="36192" y="570642"/>
                  </a:lnTo>
                  <a:lnTo>
                    <a:pt x="65623" y="540760"/>
                  </a:lnTo>
                  <a:lnTo>
                    <a:pt x="101931" y="515559"/>
                  </a:lnTo>
                  <a:lnTo>
                    <a:pt x="143944" y="495698"/>
                  </a:lnTo>
                  <a:lnTo>
                    <a:pt x="190493" y="481836"/>
                  </a:lnTo>
                  <a:lnTo>
                    <a:pt x="240408" y="474630"/>
                  </a:lnTo>
                  <a:lnTo>
                    <a:pt x="241932" y="470058"/>
                  </a:lnTo>
                  <a:lnTo>
                    <a:pt x="238210" y="428882"/>
                  </a:lnTo>
                  <a:lnTo>
                    <a:pt x="242002" y="388679"/>
                  </a:lnTo>
                  <a:lnTo>
                    <a:pt x="252885" y="349853"/>
                  </a:lnTo>
                  <a:lnTo>
                    <a:pt x="270436" y="312804"/>
                  </a:lnTo>
                  <a:lnTo>
                    <a:pt x="294231" y="277935"/>
                  </a:lnTo>
                  <a:lnTo>
                    <a:pt x="323847" y="245649"/>
                  </a:lnTo>
                  <a:lnTo>
                    <a:pt x="358860" y="216348"/>
                  </a:lnTo>
                  <a:lnTo>
                    <a:pt x="398847" y="190432"/>
                  </a:lnTo>
                  <a:lnTo>
                    <a:pt x="443385" y="168306"/>
                  </a:lnTo>
                  <a:lnTo>
                    <a:pt x="492051" y="150371"/>
                  </a:lnTo>
                  <a:lnTo>
                    <a:pt x="544421" y="137029"/>
                  </a:lnTo>
                  <a:lnTo>
                    <a:pt x="600072" y="128682"/>
                  </a:lnTo>
                  <a:lnTo>
                    <a:pt x="655167" y="125915"/>
                  </a:lnTo>
                  <a:lnTo>
                    <a:pt x="710190" y="128487"/>
                  </a:lnTo>
                  <a:lnTo>
                    <a:pt x="764334" y="136253"/>
                  </a:lnTo>
                  <a:lnTo>
                    <a:pt x="816797" y="149067"/>
                  </a:lnTo>
                  <a:lnTo>
                    <a:pt x="866772" y="166782"/>
                  </a:lnTo>
                  <a:lnTo>
                    <a:pt x="895650" y="133806"/>
                  </a:lnTo>
                  <a:lnTo>
                    <a:pt x="930463" y="105420"/>
                  </a:lnTo>
                  <a:lnTo>
                    <a:pt x="970286" y="81825"/>
                  </a:lnTo>
                  <a:lnTo>
                    <a:pt x="1014197" y="63223"/>
                  </a:lnTo>
                  <a:lnTo>
                    <a:pt x="1061272" y="49815"/>
                  </a:lnTo>
                  <a:lnTo>
                    <a:pt x="1110587" y="41802"/>
                  </a:lnTo>
                  <a:lnTo>
                    <a:pt x="1161219" y="39385"/>
                  </a:lnTo>
                  <a:lnTo>
                    <a:pt x="1212244" y="42765"/>
                  </a:lnTo>
                  <a:lnTo>
                    <a:pt x="1262739" y="52144"/>
                  </a:lnTo>
                  <a:lnTo>
                    <a:pt x="1311780" y="67722"/>
                  </a:lnTo>
                  <a:lnTo>
                    <a:pt x="1352928" y="86010"/>
                  </a:lnTo>
                  <a:lnTo>
                    <a:pt x="1389504" y="108870"/>
                  </a:lnTo>
                  <a:lnTo>
                    <a:pt x="1418338" y="75068"/>
                  </a:lnTo>
                  <a:lnTo>
                    <a:pt x="1454726" y="47053"/>
                  </a:lnTo>
                  <a:lnTo>
                    <a:pt x="1497222" y="25181"/>
                  </a:lnTo>
                  <a:lnTo>
                    <a:pt x="1544380" y="9810"/>
                  </a:lnTo>
                  <a:lnTo>
                    <a:pt x="1594752" y="1297"/>
                  </a:lnTo>
                  <a:lnTo>
                    <a:pt x="1646893" y="0"/>
                  </a:lnTo>
                  <a:lnTo>
                    <a:pt x="1699355" y="6274"/>
                  </a:lnTo>
                  <a:lnTo>
                    <a:pt x="1750691" y="20478"/>
                  </a:lnTo>
                  <a:lnTo>
                    <a:pt x="1801936" y="45243"/>
                  </a:lnTo>
                  <a:lnTo>
                    <a:pt x="1845180" y="76866"/>
                  </a:lnTo>
                  <a:lnTo>
                    <a:pt x="1883589" y="49388"/>
                  </a:lnTo>
                  <a:lnTo>
                    <a:pt x="1926903" y="27956"/>
                  </a:lnTo>
                  <a:lnTo>
                    <a:pt x="1973929" y="12632"/>
                  </a:lnTo>
                  <a:lnTo>
                    <a:pt x="2023477" y="3480"/>
                  </a:lnTo>
                  <a:lnTo>
                    <a:pt x="2074354" y="562"/>
                  </a:lnTo>
                  <a:lnTo>
                    <a:pt x="2125370" y="3940"/>
                  </a:lnTo>
                  <a:lnTo>
                    <a:pt x="2175331" y="13678"/>
                  </a:lnTo>
                  <a:lnTo>
                    <a:pt x="2223048" y="29838"/>
                  </a:lnTo>
                  <a:lnTo>
                    <a:pt x="2267328" y="52482"/>
                  </a:lnTo>
                  <a:lnTo>
                    <a:pt x="2303856" y="78890"/>
                  </a:lnTo>
                  <a:lnTo>
                    <a:pt x="2333241" y="109442"/>
                  </a:lnTo>
                  <a:lnTo>
                    <a:pt x="2355196" y="143136"/>
                  </a:lnTo>
                  <a:lnTo>
                    <a:pt x="2369436" y="178974"/>
                  </a:lnTo>
                  <a:lnTo>
                    <a:pt x="2419784" y="192314"/>
                  </a:lnTo>
                  <a:lnTo>
                    <a:pt x="2465350" y="210893"/>
                  </a:lnTo>
                  <a:lnTo>
                    <a:pt x="2505649" y="234099"/>
                  </a:lnTo>
                  <a:lnTo>
                    <a:pt x="2540197" y="261319"/>
                  </a:lnTo>
                  <a:lnTo>
                    <a:pt x="2568508" y="291941"/>
                  </a:lnTo>
                  <a:lnTo>
                    <a:pt x="2590099" y="325351"/>
                  </a:lnTo>
                  <a:lnTo>
                    <a:pt x="2604484" y="360938"/>
                  </a:lnTo>
                  <a:lnTo>
                    <a:pt x="2611179" y="398089"/>
                  </a:lnTo>
                  <a:lnTo>
                    <a:pt x="2609699" y="436190"/>
                  </a:lnTo>
                  <a:lnTo>
                    <a:pt x="2599560" y="474630"/>
                  </a:lnTo>
                  <a:lnTo>
                    <a:pt x="2584320" y="506634"/>
                  </a:lnTo>
                  <a:lnTo>
                    <a:pt x="2616086" y="540933"/>
                  </a:lnTo>
                  <a:lnTo>
                    <a:pt x="2640588" y="577190"/>
                  </a:lnTo>
                  <a:lnTo>
                    <a:pt x="2657924" y="614886"/>
                  </a:lnTo>
                  <a:lnTo>
                    <a:pt x="2668196" y="653503"/>
                  </a:lnTo>
                  <a:lnTo>
                    <a:pt x="2671504" y="692522"/>
                  </a:lnTo>
                  <a:lnTo>
                    <a:pt x="2667949" y="731424"/>
                  </a:lnTo>
                  <a:lnTo>
                    <a:pt x="2657631" y="769692"/>
                  </a:lnTo>
                  <a:lnTo>
                    <a:pt x="2640651" y="806806"/>
                  </a:lnTo>
                  <a:lnTo>
                    <a:pt x="2617109" y="842248"/>
                  </a:lnTo>
                  <a:lnTo>
                    <a:pt x="2587106" y="875499"/>
                  </a:lnTo>
                  <a:lnTo>
                    <a:pt x="2550743" y="906040"/>
                  </a:lnTo>
                  <a:lnTo>
                    <a:pt x="2508120" y="933354"/>
                  </a:lnTo>
                  <a:lnTo>
                    <a:pt x="2463042" y="955286"/>
                  </a:lnTo>
                  <a:lnTo>
                    <a:pt x="2414965" y="972788"/>
                  </a:lnTo>
                  <a:lnTo>
                    <a:pt x="2364316" y="985432"/>
                  </a:lnTo>
                  <a:lnTo>
                    <a:pt x="2311524" y="992790"/>
                  </a:lnTo>
                  <a:lnTo>
                    <a:pt x="2307269" y="1031457"/>
                  </a:lnTo>
                  <a:lnTo>
                    <a:pt x="2295697" y="1068235"/>
                  </a:lnTo>
                  <a:lnTo>
                    <a:pt x="2277352" y="1102745"/>
                  </a:lnTo>
                  <a:lnTo>
                    <a:pt x="2252776" y="1134610"/>
                  </a:lnTo>
                  <a:lnTo>
                    <a:pt x="2222511" y="1163453"/>
                  </a:lnTo>
                  <a:lnTo>
                    <a:pt x="2187101" y="1188895"/>
                  </a:lnTo>
                  <a:lnTo>
                    <a:pt x="2147087" y="1210559"/>
                  </a:lnTo>
                  <a:lnTo>
                    <a:pt x="2103014" y="1228066"/>
                  </a:lnTo>
                  <a:lnTo>
                    <a:pt x="2055423" y="1241039"/>
                  </a:lnTo>
                  <a:lnTo>
                    <a:pt x="2004857" y="1249099"/>
                  </a:lnTo>
                  <a:lnTo>
                    <a:pt x="1951860" y="1251870"/>
                  </a:lnTo>
                  <a:lnTo>
                    <a:pt x="1903092" y="1248465"/>
                  </a:lnTo>
                  <a:lnTo>
                    <a:pt x="1855467" y="1240631"/>
                  </a:lnTo>
                  <a:lnTo>
                    <a:pt x="1809556" y="1228510"/>
                  </a:lnTo>
                  <a:lnTo>
                    <a:pt x="1765932" y="1212246"/>
                  </a:lnTo>
                  <a:lnTo>
                    <a:pt x="1747590" y="1247924"/>
                  </a:lnTo>
                  <a:lnTo>
                    <a:pt x="1723842" y="1280971"/>
                  </a:lnTo>
                  <a:lnTo>
                    <a:pt x="1695179" y="1311192"/>
                  </a:lnTo>
                  <a:lnTo>
                    <a:pt x="1662091" y="1338392"/>
                  </a:lnTo>
                  <a:lnTo>
                    <a:pt x="1625071" y="1362374"/>
                  </a:lnTo>
                  <a:lnTo>
                    <a:pt x="1584608" y="1382944"/>
                  </a:lnTo>
                  <a:lnTo>
                    <a:pt x="1541195" y="1399905"/>
                  </a:lnTo>
                  <a:lnTo>
                    <a:pt x="1495321" y="1413062"/>
                  </a:lnTo>
                  <a:lnTo>
                    <a:pt x="1447479" y="1422219"/>
                  </a:lnTo>
                  <a:lnTo>
                    <a:pt x="1398160" y="1427181"/>
                  </a:lnTo>
                  <a:lnTo>
                    <a:pt x="1347854" y="1427752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E013399-4D43-C439-FD1A-F56650A8A439}"/>
                </a:ext>
              </a:extLst>
            </p:cNvPr>
            <p:cNvSpPr/>
            <p:nvPr/>
          </p:nvSpPr>
          <p:spPr>
            <a:xfrm>
              <a:off x="3395856" y="2594705"/>
              <a:ext cx="2672080" cy="1428115"/>
            </a:xfrm>
            <a:custGeom>
              <a:avLst/>
              <a:gdLst/>
              <a:ahLst/>
              <a:cxnLst/>
              <a:rect l="l" t="t" r="r" b="b"/>
              <a:pathLst>
                <a:path w="2672079" h="1428114">
                  <a:moveTo>
                    <a:pt x="241932" y="470058"/>
                  </a:moveTo>
                  <a:lnTo>
                    <a:pt x="238210" y="428882"/>
                  </a:lnTo>
                  <a:lnTo>
                    <a:pt x="242002" y="388679"/>
                  </a:lnTo>
                  <a:lnTo>
                    <a:pt x="252885" y="349853"/>
                  </a:lnTo>
                  <a:lnTo>
                    <a:pt x="270436" y="312804"/>
                  </a:lnTo>
                  <a:lnTo>
                    <a:pt x="294231" y="277935"/>
                  </a:lnTo>
                  <a:lnTo>
                    <a:pt x="323847" y="245649"/>
                  </a:lnTo>
                  <a:lnTo>
                    <a:pt x="358860" y="216348"/>
                  </a:lnTo>
                  <a:lnTo>
                    <a:pt x="398847" y="190432"/>
                  </a:lnTo>
                  <a:lnTo>
                    <a:pt x="443385" y="168306"/>
                  </a:lnTo>
                  <a:lnTo>
                    <a:pt x="492051" y="150371"/>
                  </a:lnTo>
                  <a:lnTo>
                    <a:pt x="544421" y="137029"/>
                  </a:lnTo>
                  <a:lnTo>
                    <a:pt x="600072" y="128682"/>
                  </a:lnTo>
                  <a:lnTo>
                    <a:pt x="655167" y="125915"/>
                  </a:lnTo>
                  <a:lnTo>
                    <a:pt x="710190" y="128487"/>
                  </a:lnTo>
                  <a:lnTo>
                    <a:pt x="764334" y="136253"/>
                  </a:lnTo>
                  <a:lnTo>
                    <a:pt x="816797" y="149067"/>
                  </a:lnTo>
                  <a:lnTo>
                    <a:pt x="866772" y="166782"/>
                  </a:lnTo>
                  <a:lnTo>
                    <a:pt x="895650" y="133806"/>
                  </a:lnTo>
                  <a:lnTo>
                    <a:pt x="930463" y="105420"/>
                  </a:lnTo>
                  <a:lnTo>
                    <a:pt x="970286" y="81825"/>
                  </a:lnTo>
                  <a:lnTo>
                    <a:pt x="1014197" y="63223"/>
                  </a:lnTo>
                  <a:lnTo>
                    <a:pt x="1061272" y="49815"/>
                  </a:lnTo>
                  <a:lnTo>
                    <a:pt x="1110587" y="41802"/>
                  </a:lnTo>
                  <a:lnTo>
                    <a:pt x="1161219" y="39385"/>
                  </a:lnTo>
                  <a:lnTo>
                    <a:pt x="1212244" y="42765"/>
                  </a:lnTo>
                  <a:lnTo>
                    <a:pt x="1262739" y="52144"/>
                  </a:lnTo>
                  <a:lnTo>
                    <a:pt x="1311780" y="67722"/>
                  </a:lnTo>
                  <a:lnTo>
                    <a:pt x="1352928" y="86010"/>
                  </a:lnTo>
                  <a:lnTo>
                    <a:pt x="1389504" y="108870"/>
                  </a:lnTo>
                  <a:lnTo>
                    <a:pt x="1418338" y="75068"/>
                  </a:lnTo>
                  <a:lnTo>
                    <a:pt x="1454726" y="47053"/>
                  </a:lnTo>
                  <a:lnTo>
                    <a:pt x="1497222" y="25181"/>
                  </a:lnTo>
                  <a:lnTo>
                    <a:pt x="1544380" y="9810"/>
                  </a:lnTo>
                  <a:lnTo>
                    <a:pt x="1594752" y="1297"/>
                  </a:lnTo>
                  <a:lnTo>
                    <a:pt x="1646893" y="0"/>
                  </a:lnTo>
                  <a:lnTo>
                    <a:pt x="1699355" y="6274"/>
                  </a:lnTo>
                  <a:lnTo>
                    <a:pt x="1750691" y="20478"/>
                  </a:lnTo>
                  <a:lnTo>
                    <a:pt x="1801936" y="45243"/>
                  </a:lnTo>
                  <a:lnTo>
                    <a:pt x="1845180" y="76866"/>
                  </a:lnTo>
                  <a:lnTo>
                    <a:pt x="1883589" y="49388"/>
                  </a:lnTo>
                  <a:lnTo>
                    <a:pt x="1926903" y="27956"/>
                  </a:lnTo>
                  <a:lnTo>
                    <a:pt x="1973929" y="12632"/>
                  </a:lnTo>
                  <a:lnTo>
                    <a:pt x="2023477" y="3480"/>
                  </a:lnTo>
                  <a:lnTo>
                    <a:pt x="2074354" y="562"/>
                  </a:lnTo>
                  <a:lnTo>
                    <a:pt x="2125370" y="3940"/>
                  </a:lnTo>
                  <a:lnTo>
                    <a:pt x="2175331" y="13678"/>
                  </a:lnTo>
                  <a:lnTo>
                    <a:pt x="2223048" y="29838"/>
                  </a:lnTo>
                  <a:lnTo>
                    <a:pt x="2267328" y="52482"/>
                  </a:lnTo>
                  <a:lnTo>
                    <a:pt x="2303856" y="78890"/>
                  </a:lnTo>
                  <a:lnTo>
                    <a:pt x="2333241" y="109442"/>
                  </a:lnTo>
                  <a:lnTo>
                    <a:pt x="2355196" y="143136"/>
                  </a:lnTo>
                  <a:lnTo>
                    <a:pt x="2369436" y="178974"/>
                  </a:lnTo>
                  <a:lnTo>
                    <a:pt x="2419784" y="192314"/>
                  </a:lnTo>
                  <a:lnTo>
                    <a:pt x="2465350" y="210893"/>
                  </a:lnTo>
                  <a:lnTo>
                    <a:pt x="2505649" y="234099"/>
                  </a:lnTo>
                  <a:lnTo>
                    <a:pt x="2540197" y="261319"/>
                  </a:lnTo>
                  <a:lnTo>
                    <a:pt x="2568508" y="291941"/>
                  </a:lnTo>
                  <a:lnTo>
                    <a:pt x="2590099" y="325351"/>
                  </a:lnTo>
                  <a:lnTo>
                    <a:pt x="2604484" y="360938"/>
                  </a:lnTo>
                  <a:lnTo>
                    <a:pt x="2611179" y="398089"/>
                  </a:lnTo>
                  <a:lnTo>
                    <a:pt x="2609699" y="436190"/>
                  </a:lnTo>
                  <a:lnTo>
                    <a:pt x="2599560" y="474630"/>
                  </a:lnTo>
                  <a:lnTo>
                    <a:pt x="2584320" y="506634"/>
                  </a:lnTo>
                  <a:lnTo>
                    <a:pt x="2616086" y="540933"/>
                  </a:lnTo>
                  <a:lnTo>
                    <a:pt x="2640588" y="577190"/>
                  </a:lnTo>
                  <a:lnTo>
                    <a:pt x="2657924" y="614886"/>
                  </a:lnTo>
                  <a:lnTo>
                    <a:pt x="2668196" y="653503"/>
                  </a:lnTo>
                  <a:lnTo>
                    <a:pt x="2671504" y="692522"/>
                  </a:lnTo>
                  <a:lnTo>
                    <a:pt x="2667949" y="731424"/>
                  </a:lnTo>
                  <a:lnTo>
                    <a:pt x="2657631" y="769692"/>
                  </a:lnTo>
                  <a:lnTo>
                    <a:pt x="2640651" y="806806"/>
                  </a:lnTo>
                  <a:lnTo>
                    <a:pt x="2617109" y="842248"/>
                  </a:lnTo>
                  <a:lnTo>
                    <a:pt x="2587106" y="875499"/>
                  </a:lnTo>
                  <a:lnTo>
                    <a:pt x="2550743" y="906040"/>
                  </a:lnTo>
                  <a:lnTo>
                    <a:pt x="2508120" y="933354"/>
                  </a:lnTo>
                  <a:lnTo>
                    <a:pt x="2463042" y="955286"/>
                  </a:lnTo>
                  <a:lnTo>
                    <a:pt x="2414965" y="972788"/>
                  </a:lnTo>
                  <a:lnTo>
                    <a:pt x="2364316" y="985432"/>
                  </a:lnTo>
                  <a:lnTo>
                    <a:pt x="2311524" y="992790"/>
                  </a:lnTo>
                  <a:lnTo>
                    <a:pt x="2307269" y="1031457"/>
                  </a:lnTo>
                  <a:lnTo>
                    <a:pt x="2295697" y="1068235"/>
                  </a:lnTo>
                  <a:lnTo>
                    <a:pt x="2277352" y="1102745"/>
                  </a:lnTo>
                  <a:lnTo>
                    <a:pt x="2252776" y="1134610"/>
                  </a:lnTo>
                  <a:lnTo>
                    <a:pt x="2222511" y="1163453"/>
                  </a:lnTo>
                  <a:lnTo>
                    <a:pt x="2187101" y="1188895"/>
                  </a:lnTo>
                  <a:lnTo>
                    <a:pt x="2147087" y="1210559"/>
                  </a:lnTo>
                  <a:lnTo>
                    <a:pt x="2103014" y="1228066"/>
                  </a:lnTo>
                  <a:lnTo>
                    <a:pt x="2055423" y="1241039"/>
                  </a:lnTo>
                  <a:lnTo>
                    <a:pt x="2004857" y="1249099"/>
                  </a:lnTo>
                  <a:lnTo>
                    <a:pt x="1951860" y="1251870"/>
                  </a:lnTo>
                  <a:lnTo>
                    <a:pt x="1903092" y="1248465"/>
                  </a:lnTo>
                  <a:lnTo>
                    <a:pt x="1855467" y="1240631"/>
                  </a:lnTo>
                  <a:lnTo>
                    <a:pt x="1809556" y="1228510"/>
                  </a:lnTo>
                  <a:lnTo>
                    <a:pt x="1765932" y="1212246"/>
                  </a:lnTo>
                  <a:lnTo>
                    <a:pt x="1747590" y="1247924"/>
                  </a:lnTo>
                  <a:lnTo>
                    <a:pt x="1723842" y="1280971"/>
                  </a:lnTo>
                  <a:lnTo>
                    <a:pt x="1695179" y="1311192"/>
                  </a:lnTo>
                  <a:lnTo>
                    <a:pt x="1662091" y="1338392"/>
                  </a:lnTo>
                  <a:lnTo>
                    <a:pt x="1625071" y="1362374"/>
                  </a:lnTo>
                  <a:lnTo>
                    <a:pt x="1584608" y="1382944"/>
                  </a:lnTo>
                  <a:lnTo>
                    <a:pt x="1541195" y="1399905"/>
                  </a:lnTo>
                  <a:lnTo>
                    <a:pt x="1495321" y="1413062"/>
                  </a:lnTo>
                  <a:lnTo>
                    <a:pt x="1447479" y="1422219"/>
                  </a:lnTo>
                  <a:lnTo>
                    <a:pt x="1398160" y="1427181"/>
                  </a:lnTo>
                  <a:lnTo>
                    <a:pt x="1347854" y="1427752"/>
                  </a:lnTo>
                  <a:lnTo>
                    <a:pt x="1297053" y="1423736"/>
                  </a:lnTo>
                  <a:lnTo>
                    <a:pt x="1246248" y="1414938"/>
                  </a:lnTo>
                  <a:lnTo>
                    <a:pt x="1192200" y="1400210"/>
                  </a:lnTo>
                  <a:lnTo>
                    <a:pt x="1141957" y="1380142"/>
                  </a:lnTo>
                  <a:lnTo>
                    <a:pt x="1096030" y="1355246"/>
                  </a:lnTo>
                  <a:lnTo>
                    <a:pt x="1054931" y="1326034"/>
                  </a:lnTo>
                  <a:lnTo>
                    <a:pt x="1019172" y="1293018"/>
                  </a:lnTo>
                  <a:lnTo>
                    <a:pt x="973233" y="1310810"/>
                  </a:lnTo>
                  <a:lnTo>
                    <a:pt x="925905" y="1324612"/>
                  </a:lnTo>
                  <a:lnTo>
                    <a:pt x="877586" y="1334495"/>
                  </a:lnTo>
                  <a:lnTo>
                    <a:pt x="828673" y="1340535"/>
                  </a:lnTo>
                  <a:lnTo>
                    <a:pt x="779565" y="1342802"/>
                  </a:lnTo>
                  <a:lnTo>
                    <a:pt x="730660" y="1341372"/>
                  </a:lnTo>
                  <a:lnTo>
                    <a:pt x="682357" y="1336316"/>
                  </a:lnTo>
                  <a:lnTo>
                    <a:pt x="635053" y="1327709"/>
                  </a:lnTo>
                  <a:lnTo>
                    <a:pt x="589147" y="1315622"/>
                  </a:lnTo>
                  <a:lnTo>
                    <a:pt x="545038" y="1300130"/>
                  </a:lnTo>
                  <a:lnTo>
                    <a:pt x="503123" y="1281306"/>
                  </a:lnTo>
                  <a:lnTo>
                    <a:pt x="463802" y="1259222"/>
                  </a:lnTo>
                  <a:lnTo>
                    <a:pt x="427471" y="1233952"/>
                  </a:lnTo>
                  <a:lnTo>
                    <a:pt x="394529" y="1205569"/>
                  </a:lnTo>
                  <a:lnTo>
                    <a:pt x="365376" y="1174146"/>
                  </a:lnTo>
                  <a:lnTo>
                    <a:pt x="363852" y="1171098"/>
                  </a:lnTo>
                  <a:lnTo>
                    <a:pt x="362328" y="1169574"/>
                  </a:lnTo>
                  <a:lnTo>
                    <a:pt x="360804" y="1168050"/>
                  </a:lnTo>
                  <a:lnTo>
                    <a:pt x="306210" y="1168526"/>
                  </a:lnTo>
                  <a:lnTo>
                    <a:pt x="254100" y="1161287"/>
                  </a:lnTo>
                  <a:lnTo>
                    <a:pt x="205668" y="1147048"/>
                  </a:lnTo>
                  <a:lnTo>
                    <a:pt x="162112" y="1126521"/>
                  </a:lnTo>
                  <a:lnTo>
                    <a:pt x="124628" y="1100423"/>
                  </a:lnTo>
                  <a:lnTo>
                    <a:pt x="94413" y="1069467"/>
                  </a:lnTo>
                  <a:lnTo>
                    <a:pt x="72663" y="1034367"/>
                  </a:lnTo>
                  <a:lnTo>
                    <a:pt x="60576" y="995838"/>
                  </a:lnTo>
                  <a:lnTo>
                    <a:pt x="60195" y="953523"/>
                  </a:lnTo>
                  <a:lnTo>
                    <a:pt x="72387" y="912209"/>
                  </a:lnTo>
                  <a:lnTo>
                    <a:pt x="96580" y="873466"/>
                  </a:lnTo>
                  <a:lnTo>
                    <a:pt x="132204" y="838866"/>
                  </a:lnTo>
                  <a:lnTo>
                    <a:pt x="88261" y="815402"/>
                  </a:lnTo>
                  <a:lnTo>
                    <a:pt x="52694" y="786884"/>
                  </a:lnTo>
                  <a:lnTo>
                    <a:pt x="25878" y="754400"/>
                  </a:lnTo>
                  <a:lnTo>
                    <a:pt x="8188" y="719042"/>
                  </a:lnTo>
                  <a:lnTo>
                    <a:pt x="0" y="681897"/>
                  </a:lnTo>
                  <a:lnTo>
                    <a:pt x="1687" y="644056"/>
                  </a:lnTo>
                  <a:lnTo>
                    <a:pt x="13626" y="606608"/>
                  </a:lnTo>
                  <a:lnTo>
                    <a:pt x="36192" y="570642"/>
                  </a:lnTo>
                  <a:lnTo>
                    <a:pt x="65623" y="540760"/>
                  </a:lnTo>
                  <a:lnTo>
                    <a:pt x="101931" y="515559"/>
                  </a:lnTo>
                  <a:lnTo>
                    <a:pt x="143944" y="495698"/>
                  </a:lnTo>
                  <a:lnTo>
                    <a:pt x="190493" y="481836"/>
                  </a:lnTo>
                  <a:lnTo>
                    <a:pt x="240408" y="474630"/>
                  </a:lnTo>
                  <a:lnTo>
                    <a:pt x="241932" y="470058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CD9991F8-6B47-2AD4-B1E4-C9482F5EA41A}"/>
                </a:ext>
              </a:extLst>
            </p:cNvPr>
            <p:cNvSpPr/>
            <p:nvPr/>
          </p:nvSpPr>
          <p:spPr>
            <a:xfrm>
              <a:off x="3531108" y="3429000"/>
              <a:ext cx="1647825" cy="452755"/>
            </a:xfrm>
            <a:custGeom>
              <a:avLst/>
              <a:gdLst/>
              <a:ahLst/>
              <a:cxnLst/>
              <a:rect l="l" t="t" r="r" b="b"/>
              <a:pathLst>
                <a:path w="1647825" h="452754">
                  <a:moveTo>
                    <a:pt x="156972" y="25908"/>
                  </a:moveTo>
                  <a:lnTo>
                    <a:pt x="115943" y="25931"/>
                  </a:lnTo>
                  <a:lnTo>
                    <a:pt x="75628" y="21526"/>
                  </a:lnTo>
                  <a:lnTo>
                    <a:pt x="36742" y="12834"/>
                  </a:lnTo>
                  <a:lnTo>
                    <a:pt x="0" y="0"/>
                  </a:lnTo>
                </a:path>
                <a:path w="1647825" h="452754">
                  <a:moveTo>
                    <a:pt x="294132" y="313944"/>
                  </a:moveTo>
                  <a:lnTo>
                    <a:pt x="277844" y="318206"/>
                  </a:lnTo>
                  <a:lnTo>
                    <a:pt x="260985" y="321754"/>
                  </a:lnTo>
                  <a:lnTo>
                    <a:pt x="243554" y="324445"/>
                  </a:lnTo>
                  <a:lnTo>
                    <a:pt x="225552" y="326136"/>
                  </a:lnTo>
                </a:path>
                <a:path w="1647825" h="452754">
                  <a:moveTo>
                    <a:pt x="883920" y="452627"/>
                  </a:moveTo>
                  <a:lnTo>
                    <a:pt x="871918" y="438864"/>
                  </a:lnTo>
                  <a:lnTo>
                    <a:pt x="861060" y="424815"/>
                  </a:lnTo>
                  <a:lnTo>
                    <a:pt x="851344" y="410194"/>
                  </a:lnTo>
                  <a:lnTo>
                    <a:pt x="842772" y="394716"/>
                  </a:lnTo>
                </a:path>
                <a:path w="1647825" h="452754">
                  <a:moveTo>
                    <a:pt x="1647443" y="309372"/>
                  </a:moveTo>
                  <a:lnTo>
                    <a:pt x="1644824" y="325350"/>
                  </a:lnTo>
                  <a:lnTo>
                    <a:pt x="1641347" y="341185"/>
                  </a:lnTo>
                  <a:lnTo>
                    <a:pt x="1636728" y="356735"/>
                  </a:lnTo>
                  <a:lnTo>
                    <a:pt x="1630680" y="371856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5FC3F31-54E5-439D-3D38-84333B967FB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0878" y="3342894"/>
              <a:ext cx="211835" cy="246887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11BCAA34-8ED4-A91C-F18A-AADCE29C0748}"/>
                </a:ext>
              </a:extLst>
            </p:cNvPr>
            <p:cNvSpPr/>
            <p:nvPr/>
          </p:nvSpPr>
          <p:spPr>
            <a:xfrm>
              <a:off x="3637788" y="2667000"/>
              <a:ext cx="2342515" cy="518159"/>
            </a:xfrm>
            <a:custGeom>
              <a:avLst/>
              <a:gdLst/>
              <a:ahLst/>
              <a:cxnLst/>
              <a:rect l="l" t="t" r="r" b="b"/>
              <a:pathLst>
                <a:path w="2342515" h="518160">
                  <a:moveTo>
                    <a:pt x="2342387" y="429768"/>
                  </a:moveTo>
                  <a:lnTo>
                    <a:pt x="2324695" y="455152"/>
                  </a:lnTo>
                  <a:lnTo>
                    <a:pt x="2303716" y="478536"/>
                  </a:lnTo>
                  <a:lnTo>
                    <a:pt x="2279594" y="499633"/>
                  </a:lnTo>
                  <a:lnTo>
                    <a:pt x="2252471" y="518160"/>
                  </a:lnTo>
                </a:path>
                <a:path w="2342515" h="518160">
                  <a:moveTo>
                    <a:pt x="2127504" y="102108"/>
                  </a:moveTo>
                  <a:lnTo>
                    <a:pt x="2129504" y="112418"/>
                  </a:lnTo>
                  <a:lnTo>
                    <a:pt x="2130932" y="122872"/>
                  </a:lnTo>
                  <a:lnTo>
                    <a:pt x="2131790" y="133611"/>
                  </a:lnTo>
                  <a:lnTo>
                    <a:pt x="2132075" y="144780"/>
                  </a:lnTo>
                </a:path>
                <a:path w="2342515" h="518160">
                  <a:moveTo>
                    <a:pt x="1556004" y="53339"/>
                  </a:moveTo>
                  <a:lnTo>
                    <a:pt x="1565719" y="39004"/>
                  </a:lnTo>
                  <a:lnTo>
                    <a:pt x="1576578" y="25527"/>
                  </a:lnTo>
                  <a:lnTo>
                    <a:pt x="1588579" y="12620"/>
                  </a:lnTo>
                  <a:lnTo>
                    <a:pt x="1601724" y="0"/>
                  </a:lnTo>
                </a:path>
                <a:path w="2342515" h="518160">
                  <a:moveTo>
                    <a:pt x="1127760" y="79247"/>
                  </a:moveTo>
                  <a:lnTo>
                    <a:pt x="1131736" y="66960"/>
                  </a:lnTo>
                  <a:lnTo>
                    <a:pt x="1136713" y="55244"/>
                  </a:lnTo>
                  <a:lnTo>
                    <a:pt x="1142547" y="44100"/>
                  </a:lnTo>
                  <a:lnTo>
                    <a:pt x="1149096" y="33528"/>
                  </a:lnTo>
                </a:path>
                <a:path w="2342515" h="518160">
                  <a:moveTo>
                    <a:pt x="624839" y="94487"/>
                  </a:moveTo>
                  <a:lnTo>
                    <a:pt x="646223" y="104179"/>
                  </a:lnTo>
                  <a:lnTo>
                    <a:pt x="666749" y="114871"/>
                  </a:lnTo>
                  <a:lnTo>
                    <a:pt x="686133" y="126420"/>
                  </a:lnTo>
                  <a:lnTo>
                    <a:pt x="704087" y="138683"/>
                  </a:lnTo>
                </a:path>
                <a:path w="2342515" h="518160">
                  <a:moveTo>
                    <a:pt x="15239" y="445008"/>
                  </a:moveTo>
                  <a:lnTo>
                    <a:pt x="10072" y="433339"/>
                  </a:lnTo>
                  <a:lnTo>
                    <a:pt x="5905" y="421386"/>
                  </a:lnTo>
                  <a:lnTo>
                    <a:pt x="2595" y="409432"/>
                  </a:lnTo>
                  <a:lnTo>
                    <a:pt x="0" y="397764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FFECE5CE-840E-575A-F119-80C1496851AE}"/>
                </a:ext>
              </a:extLst>
            </p:cNvPr>
            <p:cNvSpPr/>
            <p:nvPr/>
          </p:nvSpPr>
          <p:spPr>
            <a:xfrm>
              <a:off x="3505662" y="2700603"/>
              <a:ext cx="2403475" cy="1184910"/>
            </a:xfrm>
            <a:custGeom>
              <a:avLst/>
              <a:gdLst/>
              <a:ahLst/>
              <a:cxnLst/>
              <a:rect l="l" t="t" r="r" b="b"/>
              <a:pathLst>
                <a:path w="2403475" h="1184910">
                  <a:moveTo>
                    <a:pt x="1229372" y="1184577"/>
                  </a:moveTo>
                  <a:lnTo>
                    <a:pt x="1175380" y="1181762"/>
                  </a:lnTo>
                  <a:lnTo>
                    <a:pt x="1121201" y="1173404"/>
                  </a:lnTo>
                  <a:lnTo>
                    <a:pt x="1072458" y="1161188"/>
                  </a:lnTo>
                  <a:lnTo>
                    <a:pt x="1027152" y="1144802"/>
                  </a:lnTo>
                  <a:lnTo>
                    <a:pt x="985797" y="1124465"/>
                  </a:lnTo>
                  <a:lnTo>
                    <a:pt x="948904" y="1100398"/>
                  </a:lnTo>
                  <a:lnTo>
                    <a:pt x="916985" y="1072820"/>
                  </a:lnTo>
                  <a:lnTo>
                    <a:pt x="869220" y="1089581"/>
                  </a:lnTo>
                  <a:lnTo>
                    <a:pt x="819845" y="1101943"/>
                  </a:lnTo>
                  <a:lnTo>
                    <a:pt x="769412" y="1109997"/>
                  </a:lnTo>
                  <a:lnTo>
                    <a:pt x="718476" y="1113835"/>
                  </a:lnTo>
                  <a:lnTo>
                    <a:pt x="667589" y="1113549"/>
                  </a:lnTo>
                  <a:lnTo>
                    <a:pt x="617306" y="1109229"/>
                  </a:lnTo>
                  <a:lnTo>
                    <a:pt x="568180" y="1100969"/>
                  </a:lnTo>
                  <a:lnTo>
                    <a:pt x="520765" y="1088858"/>
                  </a:lnTo>
                  <a:lnTo>
                    <a:pt x="475614" y="1072989"/>
                  </a:lnTo>
                  <a:lnTo>
                    <a:pt x="433280" y="1053453"/>
                  </a:lnTo>
                  <a:lnTo>
                    <a:pt x="394318" y="1030342"/>
                  </a:lnTo>
                  <a:lnTo>
                    <a:pt x="359280" y="1003747"/>
                  </a:lnTo>
                  <a:lnTo>
                    <a:pt x="324149" y="969188"/>
                  </a:lnTo>
                  <a:lnTo>
                    <a:pt x="268339" y="969330"/>
                  </a:lnTo>
                  <a:lnTo>
                    <a:pt x="215621" y="961181"/>
                  </a:lnTo>
                  <a:lnTo>
                    <a:pt x="167595" y="945595"/>
                  </a:lnTo>
                  <a:lnTo>
                    <a:pt x="125861" y="923424"/>
                  </a:lnTo>
                  <a:lnTo>
                    <a:pt x="92017" y="895521"/>
                  </a:lnTo>
                  <a:lnTo>
                    <a:pt x="67664" y="862739"/>
                  </a:lnTo>
                  <a:lnTo>
                    <a:pt x="54401" y="825932"/>
                  </a:lnTo>
                  <a:lnTo>
                    <a:pt x="54330" y="790689"/>
                  </a:lnTo>
                  <a:lnTo>
                    <a:pt x="65260" y="756590"/>
                  </a:lnTo>
                  <a:lnTo>
                    <a:pt x="86763" y="724776"/>
                  </a:lnTo>
                  <a:lnTo>
                    <a:pt x="118409" y="696392"/>
                  </a:lnTo>
                  <a:lnTo>
                    <a:pt x="74093" y="673750"/>
                  </a:lnTo>
                  <a:lnTo>
                    <a:pt x="39508" y="645882"/>
                  </a:lnTo>
                  <a:lnTo>
                    <a:pt x="15240" y="614096"/>
                  </a:lnTo>
                  <a:lnTo>
                    <a:pt x="1875" y="579697"/>
                  </a:lnTo>
                  <a:lnTo>
                    <a:pt x="0" y="543992"/>
                  </a:lnTo>
                  <a:lnTo>
                    <a:pt x="10201" y="508287"/>
                  </a:lnTo>
                  <a:lnTo>
                    <a:pt x="33065" y="473888"/>
                  </a:lnTo>
                  <a:lnTo>
                    <a:pt x="66998" y="442860"/>
                  </a:lnTo>
                  <a:lnTo>
                    <a:pt x="110218" y="418833"/>
                  </a:lnTo>
                  <a:lnTo>
                    <a:pt x="160581" y="402522"/>
                  </a:lnTo>
                  <a:lnTo>
                    <a:pt x="215945" y="394640"/>
                  </a:lnTo>
                  <a:lnTo>
                    <a:pt x="217469" y="390068"/>
                  </a:lnTo>
                  <a:lnTo>
                    <a:pt x="218784" y="316765"/>
                  </a:lnTo>
                  <a:lnTo>
                    <a:pt x="250052" y="248903"/>
                  </a:lnTo>
                  <a:lnTo>
                    <a:pt x="275699" y="218146"/>
                  </a:lnTo>
                  <a:lnTo>
                    <a:pt x="307371" y="190109"/>
                  </a:lnTo>
                  <a:lnTo>
                    <a:pt x="344580" y="165246"/>
                  </a:lnTo>
                  <a:lnTo>
                    <a:pt x="386838" y="144011"/>
                  </a:lnTo>
                  <a:lnTo>
                    <a:pt x="433659" y="126857"/>
                  </a:lnTo>
                  <a:lnTo>
                    <a:pt x="484553" y="114237"/>
                  </a:lnTo>
                  <a:lnTo>
                    <a:pt x="539033" y="106604"/>
                  </a:lnTo>
                  <a:lnTo>
                    <a:pt x="589240" y="104373"/>
                  </a:lnTo>
                  <a:lnTo>
                    <a:pt x="638935" y="106677"/>
                  </a:lnTo>
                  <a:lnTo>
                    <a:pt x="687605" y="113297"/>
                  </a:lnTo>
                  <a:lnTo>
                    <a:pt x="734739" y="124014"/>
                  </a:lnTo>
                  <a:lnTo>
                    <a:pt x="779825" y="138608"/>
                  </a:lnTo>
                  <a:lnTo>
                    <a:pt x="808873" y="108391"/>
                  </a:lnTo>
                  <a:lnTo>
                    <a:pt x="844456" y="82916"/>
                  </a:lnTo>
                  <a:lnTo>
                    <a:pt x="885433" y="62408"/>
                  </a:lnTo>
                  <a:lnTo>
                    <a:pt x="930662" y="47093"/>
                  </a:lnTo>
                  <a:lnTo>
                    <a:pt x="979001" y="37196"/>
                  </a:lnTo>
                  <a:lnTo>
                    <a:pt x="1029310" y="32944"/>
                  </a:lnTo>
                  <a:lnTo>
                    <a:pt x="1080446" y="34562"/>
                  </a:lnTo>
                  <a:lnTo>
                    <a:pt x="1131269" y="42276"/>
                  </a:lnTo>
                  <a:lnTo>
                    <a:pt x="1180637" y="56312"/>
                  </a:lnTo>
                  <a:lnTo>
                    <a:pt x="1217213" y="71933"/>
                  </a:lnTo>
                  <a:lnTo>
                    <a:pt x="1249217" y="89840"/>
                  </a:lnTo>
                  <a:lnTo>
                    <a:pt x="1279680" y="58756"/>
                  </a:lnTo>
                  <a:lnTo>
                    <a:pt x="1318806" y="33750"/>
                  </a:lnTo>
                  <a:lnTo>
                    <a:pt x="1364624" y="15302"/>
                  </a:lnTo>
                  <a:lnTo>
                    <a:pt x="1415160" y="3892"/>
                  </a:lnTo>
                  <a:lnTo>
                    <a:pt x="1468442" y="0"/>
                  </a:lnTo>
                  <a:lnTo>
                    <a:pt x="1522498" y="4105"/>
                  </a:lnTo>
                  <a:lnTo>
                    <a:pt x="1575353" y="16688"/>
                  </a:lnTo>
                  <a:lnTo>
                    <a:pt x="1620692" y="37452"/>
                  </a:lnTo>
                  <a:lnTo>
                    <a:pt x="1659173" y="63932"/>
                  </a:lnTo>
                  <a:lnTo>
                    <a:pt x="1698422" y="38512"/>
                  </a:lnTo>
                  <a:lnTo>
                    <a:pt x="1743136" y="19450"/>
                  </a:lnTo>
                  <a:lnTo>
                    <a:pt x="1791779" y="6818"/>
                  </a:lnTo>
                  <a:lnTo>
                    <a:pt x="1842815" y="686"/>
                  </a:lnTo>
                  <a:lnTo>
                    <a:pt x="1894709" y="1126"/>
                  </a:lnTo>
                  <a:lnTo>
                    <a:pt x="1945924" y="8211"/>
                  </a:lnTo>
                  <a:lnTo>
                    <a:pt x="1994924" y="22010"/>
                  </a:lnTo>
                  <a:lnTo>
                    <a:pt x="2040173" y="42596"/>
                  </a:lnTo>
                  <a:lnTo>
                    <a:pt x="2072677" y="65051"/>
                  </a:lnTo>
                  <a:lnTo>
                    <a:pt x="2118826" y="119106"/>
                  </a:lnTo>
                  <a:lnTo>
                    <a:pt x="2131613" y="149276"/>
                  </a:lnTo>
                  <a:lnTo>
                    <a:pt x="2187338" y="163757"/>
                  </a:lnTo>
                  <a:lnTo>
                    <a:pt x="2236222" y="184828"/>
                  </a:lnTo>
                  <a:lnTo>
                    <a:pt x="2277426" y="211507"/>
                  </a:lnTo>
                  <a:lnTo>
                    <a:pt x="2310112" y="242811"/>
                  </a:lnTo>
                  <a:lnTo>
                    <a:pt x="2333439" y="277759"/>
                  </a:lnTo>
                  <a:lnTo>
                    <a:pt x="2346569" y="315368"/>
                  </a:lnTo>
                  <a:lnTo>
                    <a:pt x="2348661" y="354656"/>
                  </a:lnTo>
                  <a:lnTo>
                    <a:pt x="2338877" y="394640"/>
                  </a:lnTo>
                  <a:lnTo>
                    <a:pt x="2336306" y="400617"/>
                  </a:lnTo>
                  <a:lnTo>
                    <a:pt x="2333162" y="407022"/>
                  </a:lnTo>
                  <a:lnTo>
                    <a:pt x="2329448" y="413714"/>
                  </a:lnTo>
                  <a:lnTo>
                    <a:pt x="2325161" y="420548"/>
                  </a:lnTo>
                  <a:lnTo>
                    <a:pt x="2358423" y="454807"/>
                  </a:lnTo>
                  <a:lnTo>
                    <a:pt x="2382403" y="491262"/>
                  </a:lnTo>
                  <a:lnTo>
                    <a:pt x="2397239" y="529179"/>
                  </a:lnTo>
                  <a:lnTo>
                    <a:pt x="2403068" y="567827"/>
                  </a:lnTo>
                  <a:lnTo>
                    <a:pt x="2400028" y="606476"/>
                  </a:lnTo>
                  <a:lnTo>
                    <a:pt x="2388255" y="644393"/>
                  </a:lnTo>
                  <a:lnTo>
                    <a:pt x="2367887" y="680847"/>
                  </a:lnTo>
                  <a:lnTo>
                    <a:pt x="2339060" y="715107"/>
                  </a:lnTo>
                  <a:lnTo>
                    <a:pt x="2301913" y="746440"/>
                  </a:lnTo>
                  <a:lnTo>
                    <a:pt x="2256581" y="774116"/>
                  </a:lnTo>
                  <a:lnTo>
                    <a:pt x="2216100" y="792690"/>
                  </a:lnTo>
                  <a:lnTo>
                    <a:pt x="2172761" y="807263"/>
                  </a:lnTo>
                  <a:lnTo>
                    <a:pt x="2127137" y="817836"/>
                  </a:lnTo>
                  <a:lnTo>
                    <a:pt x="2079797" y="824408"/>
                  </a:lnTo>
                  <a:lnTo>
                    <a:pt x="2074136" y="863083"/>
                  </a:lnTo>
                  <a:lnTo>
                    <a:pt x="2058779" y="899450"/>
                  </a:lnTo>
                  <a:lnTo>
                    <a:pt x="2034642" y="932894"/>
                  </a:lnTo>
                  <a:lnTo>
                    <a:pt x="2002640" y="962801"/>
                  </a:lnTo>
                  <a:lnTo>
                    <a:pt x="1963689" y="988557"/>
                  </a:lnTo>
                  <a:lnTo>
                    <a:pt x="1918705" y="1009546"/>
                  </a:lnTo>
                  <a:lnTo>
                    <a:pt x="1868603" y="1025154"/>
                  </a:lnTo>
                  <a:lnTo>
                    <a:pt x="1814300" y="1034766"/>
                  </a:lnTo>
                  <a:lnTo>
                    <a:pt x="1756709" y="1037768"/>
                  </a:lnTo>
                  <a:lnTo>
                    <a:pt x="1712513" y="1035768"/>
                  </a:lnTo>
                  <a:lnTo>
                    <a:pt x="1669460" y="1029767"/>
                  </a:lnTo>
                  <a:lnTo>
                    <a:pt x="1628122" y="1019766"/>
                  </a:lnTo>
                  <a:lnTo>
                    <a:pt x="1589069" y="1005764"/>
                  </a:lnTo>
                  <a:lnTo>
                    <a:pt x="1568898" y="1040480"/>
                  </a:lnTo>
                  <a:lnTo>
                    <a:pt x="1542111" y="1072126"/>
                  </a:lnTo>
                  <a:lnTo>
                    <a:pt x="1509422" y="1100426"/>
                  </a:lnTo>
                  <a:lnTo>
                    <a:pt x="1471546" y="1125105"/>
                  </a:lnTo>
                  <a:lnTo>
                    <a:pt x="1429198" y="1145890"/>
                  </a:lnTo>
                  <a:lnTo>
                    <a:pt x="1383092" y="1162504"/>
                  </a:lnTo>
                  <a:lnTo>
                    <a:pt x="1333943" y="1174673"/>
                  </a:lnTo>
                  <a:lnTo>
                    <a:pt x="1282465" y="1182122"/>
                  </a:lnTo>
                  <a:lnTo>
                    <a:pt x="1229372" y="11845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E230D169-FF5D-7CED-B79B-1B504CF97FA1}"/>
                </a:ext>
              </a:extLst>
            </p:cNvPr>
            <p:cNvSpPr/>
            <p:nvPr/>
          </p:nvSpPr>
          <p:spPr>
            <a:xfrm>
              <a:off x="3505662" y="2700603"/>
              <a:ext cx="2403475" cy="1184910"/>
            </a:xfrm>
            <a:custGeom>
              <a:avLst/>
              <a:gdLst/>
              <a:ahLst/>
              <a:cxnLst/>
              <a:rect l="l" t="t" r="r" b="b"/>
              <a:pathLst>
                <a:path w="2403475" h="1184910">
                  <a:moveTo>
                    <a:pt x="217469" y="390068"/>
                  </a:moveTo>
                  <a:lnTo>
                    <a:pt x="218784" y="316765"/>
                  </a:lnTo>
                  <a:lnTo>
                    <a:pt x="250052" y="248903"/>
                  </a:lnTo>
                  <a:lnTo>
                    <a:pt x="275699" y="218146"/>
                  </a:lnTo>
                  <a:lnTo>
                    <a:pt x="307371" y="190109"/>
                  </a:lnTo>
                  <a:lnTo>
                    <a:pt x="344580" y="165246"/>
                  </a:lnTo>
                  <a:lnTo>
                    <a:pt x="386838" y="144011"/>
                  </a:lnTo>
                  <a:lnTo>
                    <a:pt x="433659" y="126857"/>
                  </a:lnTo>
                  <a:lnTo>
                    <a:pt x="484553" y="114237"/>
                  </a:lnTo>
                  <a:lnTo>
                    <a:pt x="539033" y="106604"/>
                  </a:lnTo>
                  <a:lnTo>
                    <a:pt x="589240" y="104373"/>
                  </a:lnTo>
                  <a:lnTo>
                    <a:pt x="638935" y="106677"/>
                  </a:lnTo>
                  <a:lnTo>
                    <a:pt x="687605" y="113297"/>
                  </a:lnTo>
                  <a:lnTo>
                    <a:pt x="734739" y="124014"/>
                  </a:lnTo>
                  <a:lnTo>
                    <a:pt x="779825" y="138608"/>
                  </a:lnTo>
                  <a:lnTo>
                    <a:pt x="808873" y="108391"/>
                  </a:lnTo>
                  <a:lnTo>
                    <a:pt x="844456" y="82916"/>
                  </a:lnTo>
                  <a:lnTo>
                    <a:pt x="885433" y="62408"/>
                  </a:lnTo>
                  <a:lnTo>
                    <a:pt x="930662" y="47093"/>
                  </a:lnTo>
                  <a:lnTo>
                    <a:pt x="979001" y="37196"/>
                  </a:lnTo>
                  <a:lnTo>
                    <a:pt x="1029310" y="32944"/>
                  </a:lnTo>
                  <a:lnTo>
                    <a:pt x="1080446" y="34562"/>
                  </a:lnTo>
                  <a:lnTo>
                    <a:pt x="1131269" y="42276"/>
                  </a:lnTo>
                  <a:lnTo>
                    <a:pt x="1180637" y="56312"/>
                  </a:lnTo>
                  <a:lnTo>
                    <a:pt x="1217213" y="71933"/>
                  </a:lnTo>
                  <a:lnTo>
                    <a:pt x="1249217" y="89840"/>
                  </a:lnTo>
                  <a:lnTo>
                    <a:pt x="1279680" y="58756"/>
                  </a:lnTo>
                  <a:lnTo>
                    <a:pt x="1318806" y="33750"/>
                  </a:lnTo>
                  <a:lnTo>
                    <a:pt x="1364624" y="15302"/>
                  </a:lnTo>
                  <a:lnTo>
                    <a:pt x="1415160" y="3892"/>
                  </a:lnTo>
                  <a:lnTo>
                    <a:pt x="1468442" y="0"/>
                  </a:lnTo>
                  <a:lnTo>
                    <a:pt x="1522498" y="4105"/>
                  </a:lnTo>
                  <a:lnTo>
                    <a:pt x="1575353" y="16688"/>
                  </a:lnTo>
                  <a:lnTo>
                    <a:pt x="1620692" y="37452"/>
                  </a:lnTo>
                  <a:lnTo>
                    <a:pt x="1659173" y="63932"/>
                  </a:lnTo>
                  <a:lnTo>
                    <a:pt x="1698422" y="38512"/>
                  </a:lnTo>
                  <a:lnTo>
                    <a:pt x="1743136" y="19450"/>
                  </a:lnTo>
                  <a:lnTo>
                    <a:pt x="1791779" y="6818"/>
                  </a:lnTo>
                  <a:lnTo>
                    <a:pt x="1842815" y="686"/>
                  </a:lnTo>
                  <a:lnTo>
                    <a:pt x="1894709" y="1126"/>
                  </a:lnTo>
                  <a:lnTo>
                    <a:pt x="1945924" y="8211"/>
                  </a:lnTo>
                  <a:lnTo>
                    <a:pt x="1994924" y="22010"/>
                  </a:lnTo>
                  <a:lnTo>
                    <a:pt x="2040173" y="42596"/>
                  </a:lnTo>
                  <a:lnTo>
                    <a:pt x="2072677" y="65051"/>
                  </a:lnTo>
                  <a:lnTo>
                    <a:pt x="2118826" y="119106"/>
                  </a:lnTo>
                  <a:lnTo>
                    <a:pt x="2131613" y="149276"/>
                  </a:lnTo>
                  <a:lnTo>
                    <a:pt x="2187338" y="163757"/>
                  </a:lnTo>
                  <a:lnTo>
                    <a:pt x="2236222" y="184828"/>
                  </a:lnTo>
                  <a:lnTo>
                    <a:pt x="2277426" y="211507"/>
                  </a:lnTo>
                  <a:lnTo>
                    <a:pt x="2310112" y="242811"/>
                  </a:lnTo>
                  <a:lnTo>
                    <a:pt x="2333439" y="277759"/>
                  </a:lnTo>
                  <a:lnTo>
                    <a:pt x="2346569" y="315368"/>
                  </a:lnTo>
                  <a:lnTo>
                    <a:pt x="2348661" y="354656"/>
                  </a:lnTo>
                  <a:lnTo>
                    <a:pt x="2338877" y="394640"/>
                  </a:lnTo>
                  <a:lnTo>
                    <a:pt x="2336306" y="400617"/>
                  </a:lnTo>
                  <a:lnTo>
                    <a:pt x="2333162" y="407022"/>
                  </a:lnTo>
                  <a:lnTo>
                    <a:pt x="2329448" y="413714"/>
                  </a:lnTo>
                  <a:lnTo>
                    <a:pt x="2325161" y="420548"/>
                  </a:lnTo>
                  <a:lnTo>
                    <a:pt x="2358423" y="454807"/>
                  </a:lnTo>
                  <a:lnTo>
                    <a:pt x="2382403" y="491262"/>
                  </a:lnTo>
                  <a:lnTo>
                    <a:pt x="2397239" y="529179"/>
                  </a:lnTo>
                  <a:lnTo>
                    <a:pt x="2403068" y="567827"/>
                  </a:lnTo>
                  <a:lnTo>
                    <a:pt x="2400028" y="606476"/>
                  </a:lnTo>
                  <a:lnTo>
                    <a:pt x="2388255" y="644393"/>
                  </a:lnTo>
                  <a:lnTo>
                    <a:pt x="2367887" y="680847"/>
                  </a:lnTo>
                  <a:lnTo>
                    <a:pt x="2339060" y="715107"/>
                  </a:lnTo>
                  <a:lnTo>
                    <a:pt x="2301913" y="746440"/>
                  </a:lnTo>
                  <a:lnTo>
                    <a:pt x="2256581" y="774116"/>
                  </a:lnTo>
                  <a:lnTo>
                    <a:pt x="2216100" y="792690"/>
                  </a:lnTo>
                  <a:lnTo>
                    <a:pt x="2172761" y="807263"/>
                  </a:lnTo>
                  <a:lnTo>
                    <a:pt x="2127137" y="817836"/>
                  </a:lnTo>
                  <a:lnTo>
                    <a:pt x="2079797" y="824408"/>
                  </a:lnTo>
                  <a:lnTo>
                    <a:pt x="2074136" y="863083"/>
                  </a:lnTo>
                  <a:lnTo>
                    <a:pt x="2058779" y="899450"/>
                  </a:lnTo>
                  <a:lnTo>
                    <a:pt x="2034642" y="932894"/>
                  </a:lnTo>
                  <a:lnTo>
                    <a:pt x="2002640" y="962801"/>
                  </a:lnTo>
                  <a:lnTo>
                    <a:pt x="1963689" y="988557"/>
                  </a:lnTo>
                  <a:lnTo>
                    <a:pt x="1918705" y="1009546"/>
                  </a:lnTo>
                  <a:lnTo>
                    <a:pt x="1868603" y="1025154"/>
                  </a:lnTo>
                  <a:lnTo>
                    <a:pt x="1814300" y="1034766"/>
                  </a:lnTo>
                  <a:lnTo>
                    <a:pt x="1756709" y="1037768"/>
                  </a:lnTo>
                  <a:lnTo>
                    <a:pt x="1712513" y="1035768"/>
                  </a:lnTo>
                  <a:lnTo>
                    <a:pt x="1669460" y="1029767"/>
                  </a:lnTo>
                  <a:lnTo>
                    <a:pt x="1628122" y="1019766"/>
                  </a:lnTo>
                  <a:lnTo>
                    <a:pt x="1589069" y="1005764"/>
                  </a:lnTo>
                  <a:lnTo>
                    <a:pt x="1568898" y="1040480"/>
                  </a:lnTo>
                  <a:lnTo>
                    <a:pt x="1542111" y="1072126"/>
                  </a:lnTo>
                  <a:lnTo>
                    <a:pt x="1509422" y="1100426"/>
                  </a:lnTo>
                  <a:lnTo>
                    <a:pt x="1471546" y="1125105"/>
                  </a:lnTo>
                  <a:lnTo>
                    <a:pt x="1429198" y="1145890"/>
                  </a:lnTo>
                  <a:lnTo>
                    <a:pt x="1383092" y="1162504"/>
                  </a:lnTo>
                  <a:lnTo>
                    <a:pt x="1333943" y="1174673"/>
                  </a:lnTo>
                  <a:lnTo>
                    <a:pt x="1282465" y="1182122"/>
                  </a:lnTo>
                  <a:lnTo>
                    <a:pt x="1229372" y="1184577"/>
                  </a:lnTo>
                  <a:lnTo>
                    <a:pt x="1175380" y="1181762"/>
                  </a:lnTo>
                  <a:lnTo>
                    <a:pt x="1121201" y="1173404"/>
                  </a:lnTo>
                  <a:lnTo>
                    <a:pt x="1072458" y="1161188"/>
                  </a:lnTo>
                  <a:lnTo>
                    <a:pt x="1027152" y="1144802"/>
                  </a:lnTo>
                  <a:lnTo>
                    <a:pt x="985797" y="1124465"/>
                  </a:lnTo>
                  <a:lnTo>
                    <a:pt x="948904" y="1100398"/>
                  </a:lnTo>
                  <a:lnTo>
                    <a:pt x="916985" y="1072820"/>
                  </a:lnTo>
                  <a:lnTo>
                    <a:pt x="869220" y="1089581"/>
                  </a:lnTo>
                  <a:lnTo>
                    <a:pt x="819845" y="1101943"/>
                  </a:lnTo>
                  <a:lnTo>
                    <a:pt x="769412" y="1109997"/>
                  </a:lnTo>
                  <a:lnTo>
                    <a:pt x="718476" y="1113835"/>
                  </a:lnTo>
                  <a:lnTo>
                    <a:pt x="667589" y="1113549"/>
                  </a:lnTo>
                  <a:lnTo>
                    <a:pt x="617306" y="1109229"/>
                  </a:lnTo>
                  <a:lnTo>
                    <a:pt x="568180" y="1100969"/>
                  </a:lnTo>
                  <a:lnTo>
                    <a:pt x="520765" y="1088858"/>
                  </a:lnTo>
                  <a:lnTo>
                    <a:pt x="475614" y="1072989"/>
                  </a:lnTo>
                  <a:lnTo>
                    <a:pt x="433280" y="1053453"/>
                  </a:lnTo>
                  <a:lnTo>
                    <a:pt x="394318" y="1030342"/>
                  </a:lnTo>
                  <a:lnTo>
                    <a:pt x="359280" y="1003747"/>
                  </a:lnTo>
                  <a:lnTo>
                    <a:pt x="328721" y="973760"/>
                  </a:lnTo>
                  <a:lnTo>
                    <a:pt x="325673" y="970712"/>
                  </a:lnTo>
                  <a:lnTo>
                    <a:pt x="324149" y="969188"/>
                  </a:lnTo>
                  <a:lnTo>
                    <a:pt x="268339" y="969330"/>
                  </a:lnTo>
                  <a:lnTo>
                    <a:pt x="215621" y="961181"/>
                  </a:lnTo>
                  <a:lnTo>
                    <a:pt x="167595" y="945595"/>
                  </a:lnTo>
                  <a:lnTo>
                    <a:pt x="125861" y="923424"/>
                  </a:lnTo>
                  <a:lnTo>
                    <a:pt x="92017" y="895521"/>
                  </a:lnTo>
                  <a:lnTo>
                    <a:pt x="67664" y="862739"/>
                  </a:lnTo>
                  <a:lnTo>
                    <a:pt x="54401" y="825932"/>
                  </a:lnTo>
                  <a:lnTo>
                    <a:pt x="54330" y="790689"/>
                  </a:lnTo>
                  <a:lnTo>
                    <a:pt x="65260" y="756590"/>
                  </a:lnTo>
                  <a:lnTo>
                    <a:pt x="86763" y="724776"/>
                  </a:lnTo>
                  <a:lnTo>
                    <a:pt x="118409" y="696392"/>
                  </a:lnTo>
                  <a:lnTo>
                    <a:pt x="74093" y="673750"/>
                  </a:lnTo>
                  <a:lnTo>
                    <a:pt x="39508" y="645882"/>
                  </a:lnTo>
                  <a:lnTo>
                    <a:pt x="15240" y="614096"/>
                  </a:lnTo>
                  <a:lnTo>
                    <a:pt x="1875" y="579697"/>
                  </a:lnTo>
                  <a:lnTo>
                    <a:pt x="0" y="543992"/>
                  </a:lnTo>
                  <a:lnTo>
                    <a:pt x="10201" y="508287"/>
                  </a:lnTo>
                  <a:lnTo>
                    <a:pt x="33065" y="473888"/>
                  </a:lnTo>
                  <a:lnTo>
                    <a:pt x="66998" y="442860"/>
                  </a:lnTo>
                  <a:lnTo>
                    <a:pt x="110218" y="418833"/>
                  </a:lnTo>
                  <a:lnTo>
                    <a:pt x="160581" y="402522"/>
                  </a:lnTo>
                  <a:lnTo>
                    <a:pt x="215945" y="394640"/>
                  </a:lnTo>
                  <a:lnTo>
                    <a:pt x="217469" y="390068"/>
                  </a:lnTo>
                  <a:close/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F092FEC8-6577-ECCB-C691-6D1DFC06CAD5}"/>
                </a:ext>
              </a:extLst>
            </p:cNvPr>
            <p:cNvSpPr/>
            <p:nvPr/>
          </p:nvSpPr>
          <p:spPr>
            <a:xfrm>
              <a:off x="3627119" y="3392423"/>
              <a:ext cx="1481455" cy="376555"/>
            </a:xfrm>
            <a:custGeom>
              <a:avLst/>
              <a:gdLst/>
              <a:ahLst/>
              <a:cxnLst/>
              <a:rect l="l" t="t" r="r" b="b"/>
              <a:pathLst>
                <a:path w="1481454" h="376554">
                  <a:moveTo>
                    <a:pt x="140208" y="22860"/>
                  </a:moveTo>
                  <a:lnTo>
                    <a:pt x="103727" y="22288"/>
                  </a:lnTo>
                  <a:lnTo>
                    <a:pt x="67818" y="18288"/>
                  </a:lnTo>
                  <a:lnTo>
                    <a:pt x="33051" y="10858"/>
                  </a:lnTo>
                  <a:lnTo>
                    <a:pt x="0" y="0"/>
                  </a:lnTo>
                </a:path>
                <a:path w="1481454" h="376554">
                  <a:moveTo>
                    <a:pt x="265176" y="260603"/>
                  </a:moveTo>
                  <a:lnTo>
                    <a:pt x="250055" y="264628"/>
                  </a:lnTo>
                  <a:lnTo>
                    <a:pt x="234505" y="267652"/>
                  </a:lnTo>
                  <a:lnTo>
                    <a:pt x="218670" y="269819"/>
                  </a:lnTo>
                  <a:lnTo>
                    <a:pt x="202692" y="271272"/>
                  </a:lnTo>
                </a:path>
                <a:path w="1481454" h="376554">
                  <a:moveTo>
                    <a:pt x="795528" y="376427"/>
                  </a:moveTo>
                  <a:lnTo>
                    <a:pt x="784669" y="364736"/>
                  </a:lnTo>
                  <a:lnTo>
                    <a:pt x="774953" y="352615"/>
                  </a:lnTo>
                  <a:lnTo>
                    <a:pt x="766381" y="340209"/>
                  </a:lnTo>
                  <a:lnTo>
                    <a:pt x="758951" y="327660"/>
                  </a:lnTo>
                </a:path>
                <a:path w="1481454" h="376554">
                  <a:moveTo>
                    <a:pt x="1481328" y="257555"/>
                  </a:moveTo>
                  <a:lnTo>
                    <a:pt x="1479613" y="270367"/>
                  </a:lnTo>
                  <a:lnTo>
                    <a:pt x="1476756" y="283463"/>
                  </a:lnTo>
                  <a:lnTo>
                    <a:pt x="1472755" y="296560"/>
                  </a:lnTo>
                  <a:lnTo>
                    <a:pt x="1467612" y="309372"/>
                  </a:lnTo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E0D9B15E-DED6-18A2-9B8C-70995C879D3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8769" y="3321557"/>
              <a:ext cx="190500" cy="205739"/>
            </a:xfrm>
            <a:prstGeom prst="rect">
              <a:avLst/>
            </a:prstGeom>
          </p:spPr>
        </p:pic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5E95E7DB-7391-1DED-4FCF-18479C9F4B4A}"/>
                </a:ext>
              </a:extLst>
            </p:cNvPr>
            <p:cNvSpPr/>
            <p:nvPr/>
          </p:nvSpPr>
          <p:spPr>
            <a:xfrm>
              <a:off x="3723131" y="2761487"/>
              <a:ext cx="2108200" cy="429895"/>
            </a:xfrm>
            <a:custGeom>
              <a:avLst/>
              <a:gdLst/>
              <a:ahLst/>
              <a:cxnLst/>
              <a:rect l="l" t="t" r="r" b="b"/>
              <a:pathLst>
                <a:path w="2108200" h="429894">
                  <a:moveTo>
                    <a:pt x="2107691" y="356615"/>
                  </a:moveTo>
                  <a:lnTo>
                    <a:pt x="2092285" y="376832"/>
                  </a:lnTo>
                  <a:lnTo>
                    <a:pt x="2073592" y="396049"/>
                  </a:lnTo>
                  <a:lnTo>
                    <a:pt x="2051756" y="413837"/>
                  </a:lnTo>
                  <a:lnTo>
                    <a:pt x="2026920" y="429767"/>
                  </a:lnTo>
                </a:path>
                <a:path w="2108200" h="429894">
                  <a:moveTo>
                    <a:pt x="1914144" y="83819"/>
                  </a:moveTo>
                  <a:lnTo>
                    <a:pt x="1916144" y="92725"/>
                  </a:lnTo>
                  <a:lnTo>
                    <a:pt x="1917573" y="101345"/>
                  </a:lnTo>
                  <a:lnTo>
                    <a:pt x="1918430" y="109966"/>
                  </a:lnTo>
                  <a:lnTo>
                    <a:pt x="1918716" y="118871"/>
                  </a:lnTo>
                </a:path>
                <a:path w="2108200" h="429894">
                  <a:moveTo>
                    <a:pt x="1400555" y="44195"/>
                  </a:moveTo>
                  <a:lnTo>
                    <a:pt x="1408485" y="31932"/>
                  </a:lnTo>
                  <a:lnTo>
                    <a:pt x="1418272" y="20383"/>
                  </a:lnTo>
                  <a:lnTo>
                    <a:pt x="1429488" y="9691"/>
                  </a:lnTo>
                  <a:lnTo>
                    <a:pt x="1441704" y="0"/>
                  </a:lnTo>
                </a:path>
                <a:path w="2108200" h="429894">
                  <a:moveTo>
                    <a:pt x="1014983" y="65532"/>
                  </a:moveTo>
                  <a:lnTo>
                    <a:pt x="1018079" y="55292"/>
                  </a:lnTo>
                  <a:lnTo>
                    <a:pt x="1022603" y="45338"/>
                  </a:lnTo>
                  <a:lnTo>
                    <a:pt x="1028271" y="35956"/>
                  </a:lnTo>
                  <a:lnTo>
                    <a:pt x="1034796" y="27431"/>
                  </a:lnTo>
                </a:path>
                <a:path w="2108200" h="429894">
                  <a:moveTo>
                    <a:pt x="562356" y="77723"/>
                  </a:moveTo>
                  <a:lnTo>
                    <a:pt x="581477" y="86010"/>
                  </a:lnTo>
                  <a:lnTo>
                    <a:pt x="599884" y="94868"/>
                  </a:lnTo>
                  <a:lnTo>
                    <a:pt x="617434" y="104298"/>
                  </a:lnTo>
                  <a:lnTo>
                    <a:pt x="633983" y="114299"/>
                  </a:lnTo>
                </a:path>
                <a:path w="2108200" h="429894">
                  <a:moveTo>
                    <a:pt x="13716" y="368807"/>
                  </a:moveTo>
                  <a:lnTo>
                    <a:pt x="9429" y="358759"/>
                  </a:lnTo>
                  <a:lnTo>
                    <a:pt x="5715" y="348995"/>
                  </a:lnTo>
                  <a:lnTo>
                    <a:pt x="2571" y="339232"/>
                  </a:lnTo>
                  <a:lnTo>
                    <a:pt x="0" y="329183"/>
                  </a:lnTo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9BA3E7E-507A-239E-27B8-04EF277150B9}"/>
              </a:ext>
            </a:extLst>
          </p:cNvPr>
          <p:cNvSpPr txBox="1"/>
          <p:nvPr/>
        </p:nvSpPr>
        <p:spPr>
          <a:xfrm>
            <a:off x="998219" y="643456"/>
            <a:ext cx="198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17346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B365-D907-5BFA-367C-D442B8673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29" y="681037"/>
            <a:ext cx="10461170" cy="72322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F1D-8C3D-9BEA-5462-D3301880A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1970314"/>
            <a:ext cx="10733314" cy="3695020"/>
          </a:xfrm>
        </p:spPr>
        <p:txBody>
          <a:bodyPr>
            <a:normAutofit/>
          </a:bodyPr>
          <a:lstStyle/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Soldier Health Monitoring and Position Tracking System is an IoT-based solution aimed at continuously monitoring soldiers’ vital health parameters and geographical location in real time.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attached to the soldier collect data such as heart rate, body temperature, and stress levels, which are processed by the ESP32 microcontroller.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GSM modules enable live tracking and data transmission to a remote control center, allowing immediate assistance when required.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instant alerts when abnormal readings are detected, improving response time and reducing enhances the safety, awareness, and coordination of defense operations through real-time intelligence. potential casualties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59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61EA-A841-28B4-36DA-1F163A8B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E4A6-73D5-92B2-364A-E68297F9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Soldier Health Monitoring and Position Tracking System is an advanced IoT-based solution designed to improve battlefield safety and operational awareness. Centered around the ESP32 microcontroller, this system integrates multiple sensors to: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vital health parameters (body temperature, heart rate, humidity).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real-time location via GPS.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emergency communication through GSM.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hazardous gases for environmental safety.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data using OLED.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distress signals with an emergency push button.</a:t>
            </a:r>
          </a:p>
          <a:p>
            <a:endParaRPr lang="en-IN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F8C26D6E-CE56-BF2B-61FE-677078C95899}"/>
              </a:ext>
            </a:extLst>
          </p:cNvPr>
          <p:cNvGrpSpPr/>
          <p:nvPr/>
        </p:nvGrpSpPr>
        <p:grpSpPr>
          <a:xfrm>
            <a:off x="252222" y="498951"/>
            <a:ext cx="4472178" cy="1057910"/>
            <a:chOff x="214122" y="1101090"/>
            <a:chExt cx="3296920" cy="105791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F9C1957C-B30F-B798-24F9-6DED3FEE43F3}"/>
                </a:ext>
              </a:extLst>
            </p:cNvPr>
            <p:cNvSpPr/>
            <p:nvPr/>
          </p:nvSpPr>
          <p:spPr>
            <a:xfrm>
              <a:off x="219456" y="1106424"/>
              <a:ext cx="3286125" cy="1047115"/>
            </a:xfrm>
            <a:custGeom>
              <a:avLst/>
              <a:gdLst/>
              <a:ahLst/>
              <a:cxnLst/>
              <a:rect l="l" t="t" r="r" b="b"/>
              <a:pathLst>
                <a:path w="3286125" h="1047114">
                  <a:moveTo>
                    <a:pt x="3285743" y="1046987"/>
                  </a:moveTo>
                  <a:lnTo>
                    <a:pt x="2156459" y="1046987"/>
                  </a:lnTo>
                  <a:lnTo>
                    <a:pt x="2116478" y="1043511"/>
                  </a:lnTo>
                  <a:lnTo>
                    <a:pt x="2083498" y="1034033"/>
                  </a:lnTo>
                  <a:lnTo>
                    <a:pt x="2061090" y="1019984"/>
                  </a:lnTo>
                  <a:lnTo>
                    <a:pt x="2052828" y="1002791"/>
                  </a:lnTo>
                  <a:lnTo>
                    <a:pt x="2061090" y="986480"/>
                  </a:lnTo>
                  <a:lnTo>
                    <a:pt x="2083498" y="972883"/>
                  </a:lnTo>
                  <a:lnTo>
                    <a:pt x="2116478" y="963572"/>
                  </a:lnTo>
                  <a:lnTo>
                    <a:pt x="2156459" y="960119"/>
                  </a:lnTo>
                  <a:lnTo>
                    <a:pt x="2362200" y="960119"/>
                  </a:lnTo>
                  <a:lnTo>
                    <a:pt x="2401943" y="956643"/>
                  </a:lnTo>
                  <a:lnTo>
                    <a:pt x="2434399" y="947165"/>
                  </a:lnTo>
                  <a:lnTo>
                    <a:pt x="2456283" y="933116"/>
                  </a:lnTo>
                  <a:lnTo>
                    <a:pt x="2464308" y="915923"/>
                  </a:lnTo>
                  <a:lnTo>
                    <a:pt x="2456283" y="898969"/>
                  </a:lnTo>
                  <a:lnTo>
                    <a:pt x="2434399" y="885443"/>
                  </a:lnTo>
                  <a:lnTo>
                    <a:pt x="2401943" y="876490"/>
                  </a:lnTo>
                  <a:lnTo>
                    <a:pt x="2362200" y="873251"/>
                  </a:lnTo>
                  <a:lnTo>
                    <a:pt x="923543" y="873251"/>
                  </a:lnTo>
                  <a:lnTo>
                    <a:pt x="883800" y="876490"/>
                  </a:lnTo>
                  <a:lnTo>
                    <a:pt x="851344" y="885443"/>
                  </a:lnTo>
                  <a:lnTo>
                    <a:pt x="829460" y="898969"/>
                  </a:lnTo>
                  <a:lnTo>
                    <a:pt x="821435" y="915923"/>
                  </a:lnTo>
                  <a:lnTo>
                    <a:pt x="829460" y="933116"/>
                  </a:lnTo>
                  <a:lnTo>
                    <a:pt x="851344" y="947165"/>
                  </a:lnTo>
                  <a:lnTo>
                    <a:pt x="883800" y="956643"/>
                  </a:lnTo>
                  <a:lnTo>
                    <a:pt x="923543" y="960119"/>
                  </a:lnTo>
                  <a:lnTo>
                    <a:pt x="1129283" y="960119"/>
                  </a:lnTo>
                  <a:lnTo>
                    <a:pt x="1169265" y="963572"/>
                  </a:lnTo>
                  <a:lnTo>
                    <a:pt x="1202245" y="972883"/>
                  </a:lnTo>
                  <a:lnTo>
                    <a:pt x="1224653" y="986480"/>
                  </a:lnTo>
                  <a:lnTo>
                    <a:pt x="1232916" y="1002791"/>
                  </a:lnTo>
                  <a:lnTo>
                    <a:pt x="1224653" y="1019984"/>
                  </a:lnTo>
                  <a:lnTo>
                    <a:pt x="1202245" y="1034033"/>
                  </a:lnTo>
                  <a:lnTo>
                    <a:pt x="1169265" y="1043511"/>
                  </a:lnTo>
                  <a:lnTo>
                    <a:pt x="1129283" y="1046987"/>
                  </a:lnTo>
                  <a:lnTo>
                    <a:pt x="0" y="1046987"/>
                  </a:lnTo>
                  <a:lnTo>
                    <a:pt x="411480" y="611124"/>
                  </a:lnTo>
                  <a:lnTo>
                    <a:pt x="0" y="175260"/>
                  </a:lnTo>
                  <a:lnTo>
                    <a:pt x="821435" y="175260"/>
                  </a:lnTo>
                  <a:lnTo>
                    <a:pt x="821435" y="44195"/>
                  </a:lnTo>
                  <a:lnTo>
                    <a:pt x="829460" y="27003"/>
                  </a:lnTo>
                  <a:lnTo>
                    <a:pt x="851344" y="12954"/>
                  </a:lnTo>
                  <a:lnTo>
                    <a:pt x="883800" y="3476"/>
                  </a:lnTo>
                  <a:lnTo>
                    <a:pt x="923543" y="0"/>
                  </a:lnTo>
                  <a:lnTo>
                    <a:pt x="2362200" y="0"/>
                  </a:lnTo>
                  <a:lnTo>
                    <a:pt x="2401943" y="3476"/>
                  </a:lnTo>
                  <a:lnTo>
                    <a:pt x="2434399" y="12954"/>
                  </a:lnTo>
                  <a:lnTo>
                    <a:pt x="2456283" y="27003"/>
                  </a:lnTo>
                  <a:lnTo>
                    <a:pt x="2464308" y="44195"/>
                  </a:lnTo>
                  <a:lnTo>
                    <a:pt x="2464308" y="175260"/>
                  </a:lnTo>
                  <a:lnTo>
                    <a:pt x="3285743" y="175260"/>
                  </a:lnTo>
                  <a:lnTo>
                    <a:pt x="2874264" y="611124"/>
                  </a:lnTo>
                  <a:lnTo>
                    <a:pt x="3285743" y="1046987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3DA6E31B-78CE-0CE1-1E94-EEC59BA097C5}"/>
                </a:ext>
              </a:extLst>
            </p:cNvPr>
            <p:cNvSpPr/>
            <p:nvPr/>
          </p:nvSpPr>
          <p:spPr>
            <a:xfrm>
              <a:off x="1040891" y="1979676"/>
              <a:ext cx="1643380" cy="129539"/>
            </a:xfrm>
            <a:custGeom>
              <a:avLst/>
              <a:gdLst/>
              <a:ahLst/>
              <a:cxnLst/>
              <a:rect l="l" t="t" r="r" b="b"/>
              <a:pathLst>
                <a:path w="1643380" h="129539">
                  <a:moveTo>
                    <a:pt x="411480" y="129540"/>
                  </a:moveTo>
                  <a:lnTo>
                    <a:pt x="403217" y="113228"/>
                  </a:lnTo>
                  <a:lnTo>
                    <a:pt x="380809" y="99631"/>
                  </a:lnTo>
                  <a:lnTo>
                    <a:pt x="347829" y="90320"/>
                  </a:lnTo>
                  <a:lnTo>
                    <a:pt x="307848" y="86868"/>
                  </a:lnTo>
                  <a:lnTo>
                    <a:pt x="102108" y="86868"/>
                  </a:lnTo>
                  <a:lnTo>
                    <a:pt x="62364" y="83391"/>
                  </a:lnTo>
                  <a:lnTo>
                    <a:pt x="29908" y="73914"/>
                  </a:lnTo>
                  <a:lnTo>
                    <a:pt x="8024" y="59864"/>
                  </a:lnTo>
                  <a:lnTo>
                    <a:pt x="0" y="42672"/>
                  </a:lnTo>
                  <a:lnTo>
                    <a:pt x="8024" y="25717"/>
                  </a:lnTo>
                  <a:lnTo>
                    <a:pt x="29908" y="12192"/>
                  </a:lnTo>
                  <a:lnTo>
                    <a:pt x="62364" y="3238"/>
                  </a:lnTo>
                  <a:lnTo>
                    <a:pt x="102108" y="0"/>
                  </a:lnTo>
                  <a:lnTo>
                    <a:pt x="411480" y="0"/>
                  </a:lnTo>
                  <a:lnTo>
                    <a:pt x="411480" y="129540"/>
                  </a:lnTo>
                  <a:close/>
                </a:path>
                <a:path w="1643380" h="129539">
                  <a:moveTo>
                    <a:pt x="1231392" y="129540"/>
                  </a:moveTo>
                  <a:lnTo>
                    <a:pt x="1231392" y="0"/>
                  </a:lnTo>
                  <a:lnTo>
                    <a:pt x="1540764" y="0"/>
                  </a:lnTo>
                  <a:lnTo>
                    <a:pt x="1580507" y="3238"/>
                  </a:lnTo>
                  <a:lnTo>
                    <a:pt x="1612963" y="12192"/>
                  </a:lnTo>
                  <a:lnTo>
                    <a:pt x="1634847" y="25717"/>
                  </a:lnTo>
                  <a:lnTo>
                    <a:pt x="1642872" y="42672"/>
                  </a:lnTo>
                  <a:lnTo>
                    <a:pt x="1634847" y="59864"/>
                  </a:lnTo>
                  <a:lnTo>
                    <a:pt x="1612963" y="73914"/>
                  </a:lnTo>
                  <a:lnTo>
                    <a:pt x="1580507" y="83391"/>
                  </a:lnTo>
                  <a:lnTo>
                    <a:pt x="1540764" y="86868"/>
                  </a:lnTo>
                  <a:lnTo>
                    <a:pt x="1335024" y="86868"/>
                  </a:lnTo>
                  <a:lnTo>
                    <a:pt x="1295042" y="90320"/>
                  </a:lnTo>
                  <a:lnTo>
                    <a:pt x="1262062" y="99631"/>
                  </a:lnTo>
                  <a:lnTo>
                    <a:pt x="1239655" y="113228"/>
                  </a:lnTo>
                  <a:lnTo>
                    <a:pt x="1231392" y="129540"/>
                  </a:lnTo>
                  <a:close/>
                </a:path>
              </a:pathLst>
            </a:custGeom>
            <a:solidFill>
              <a:srgbClr val="365B9E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E135733-9948-6A41-640C-6F7C6EF38B18}"/>
                </a:ext>
              </a:extLst>
            </p:cNvPr>
            <p:cNvSpPr/>
            <p:nvPr/>
          </p:nvSpPr>
          <p:spPr>
            <a:xfrm>
              <a:off x="219456" y="1106424"/>
              <a:ext cx="3286125" cy="1047115"/>
            </a:xfrm>
            <a:custGeom>
              <a:avLst/>
              <a:gdLst/>
              <a:ahLst/>
              <a:cxnLst/>
              <a:rect l="l" t="t" r="r" b="b"/>
              <a:pathLst>
                <a:path w="3286125" h="1047114">
                  <a:moveTo>
                    <a:pt x="0" y="1046987"/>
                  </a:moveTo>
                  <a:lnTo>
                    <a:pt x="411480" y="611124"/>
                  </a:lnTo>
                  <a:lnTo>
                    <a:pt x="0" y="175260"/>
                  </a:lnTo>
                  <a:lnTo>
                    <a:pt x="821435" y="175260"/>
                  </a:lnTo>
                  <a:lnTo>
                    <a:pt x="821435" y="44195"/>
                  </a:lnTo>
                  <a:lnTo>
                    <a:pt x="829460" y="27003"/>
                  </a:lnTo>
                  <a:lnTo>
                    <a:pt x="851344" y="12954"/>
                  </a:lnTo>
                  <a:lnTo>
                    <a:pt x="883800" y="3476"/>
                  </a:lnTo>
                  <a:lnTo>
                    <a:pt x="923543" y="0"/>
                  </a:lnTo>
                  <a:lnTo>
                    <a:pt x="2362200" y="0"/>
                  </a:lnTo>
                  <a:lnTo>
                    <a:pt x="2401943" y="3476"/>
                  </a:lnTo>
                  <a:lnTo>
                    <a:pt x="2434399" y="12954"/>
                  </a:lnTo>
                  <a:lnTo>
                    <a:pt x="2456283" y="27003"/>
                  </a:lnTo>
                  <a:lnTo>
                    <a:pt x="2464308" y="44195"/>
                  </a:lnTo>
                  <a:lnTo>
                    <a:pt x="2464308" y="175260"/>
                  </a:lnTo>
                  <a:lnTo>
                    <a:pt x="3285743" y="175260"/>
                  </a:lnTo>
                  <a:lnTo>
                    <a:pt x="2874264" y="611124"/>
                  </a:lnTo>
                  <a:lnTo>
                    <a:pt x="3285743" y="1046987"/>
                  </a:lnTo>
                  <a:lnTo>
                    <a:pt x="2156459" y="1046987"/>
                  </a:lnTo>
                  <a:lnTo>
                    <a:pt x="2116478" y="1043511"/>
                  </a:lnTo>
                  <a:lnTo>
                    <a:pt x="2083498" y="1034033"/>
                  </a:lnTo>
                  <a:lnTo>
                    <a:pt x="2061090" y="1019984"/>
                  </a:lnTo>
                  <a:lnTo>
                    <a:pt x="2052828" y="1002791"/>
                  </a:lnTo>
                  <a:lnTo>
                    <a:pt x="2061090" y="986480"/>
                  </a:lnTo>
                  <a:lnTo>
                    <a:pt x="2083498" y="972883"/>
                  </a:lnTo>
                  <a:lnTo>
                    <a:pt x="2116478" y="963572"/>
                  </a:lnTo>
                  <a:lnTo>
                    <a:pt x="2156459" y="960119"/>
                  </a:lnTo>
                  <a:lnTo>
                    <a:pt x="2362200" y="960119"/>
                  </a:lnTo>
                  <a:lnTo>
                    <a:pt x="2401943" y="956643"/>
                  </a:lnTo>
                  <a:lnTo>
                    <a:pt x="2434399" y="947165"/>
                  </a:lnTo>
                  <a:lnTo>
                    <a:pt x="2456283" y="933116"/>
                  </a:lnTo>
                  <a:lnTo>
                    <a:pt x="2464308" y="915923"/>
                  </a:lnTo>
                  <a:lnTo>
                    <a:pt x="2456283" y="898969"/>
                  </a:lnTo>
                  <a:lnTo>
                    <a:pt x="2434399" y="885443"/>
                  </a:lnTo>
                  <a:lnTo>
                    <a:pt x="2401943" y="876490"/>
                  </a:lnTo>
                  <a:lnTo>
                    <a:pt x="2362200" y="873251"/>
                  </a:lnTo>
                  <a:lnTo>
                    <a:pt x="923543" y="873251"/>
                  </a:lnTo>
                  <a:lnTo>
                    <a:pt x="883800" y="876490"/>
                  </a:lnTo>
                  <a:lnTo>
                    <a:pt x="851344" y="885443"/>
                  </a:lnTo>
                  <a:lnTo>
                    <a:pt x="829460" y="898969"/>
                  </a:lnTo>
                  <a:lnTo>
                    <a:pt x="821435" y="915923"/>
                  </a:lnTo>
                  <a:lnTo>
                    <a:pt x="829460" y="933116"/>
                  </a:lnTo>
                  <a:lnTo>
                    <a:pt x="851344" y="947165"/>
                  </a:lnTo>
                  <a:lnTo>
                    <a:pt x="883800" y="956643"/>
                  </a:lnTo>
                  <a:lnTo>
                    <a:pt x="923543" y="960119"/>
                  </a:lnTo>
                  <a:lnTo>
                    <a:pt x="1129283" y="960119"/>
                  </a:lnTo>
                  <a:lnTo>
                    <a:pt x="1169265" y="963572"/>
                  </a:lnTo>
                  <a:lnTo>
                    <a:pt x="1202245" y="972883"/>
                  </a:lnTo>
                  <a:lnTo>
                    <a:pt x="1224653" y="986480"/>
                  </a:lnTo>
                  <a:lnTo>
                    <a:pt x="1232916" y="1002791"/>
                  </a:lnTo>
                  <a:lnTo>
                    <a:pt x="1224653" y="1019984"/>
                  </a:lnTo>
                  <a:lnTo>
                    <a:pt x="1202245" y="1034033"/>
                  </a:lnTo>
                  <a:lnTo>
                    <a:pt x="1169265" y="1043511"/>
                  </a:lnTo>
                  <a:lnTo>
                    <a:pt x="1129283" y="1046987"/>
                  </a:lnTo>
                  <a:lnTo>
                    <a:pt x="0" y="1046987"/>
                  </a:lnTo>
                  <a:close/>
                </a:path>
                <a:path w="3286125" h="1047114">
                  <a:moveTo>
                    <a:pt x="1232916" y="873251"/>
                  </a:moveTo>
                  <a:lnTo>
                    <a:pt x="1232916" y="1002791"/>
                  </a:lnTo>
                </a:path>
                <a:path w="3286125" h="1047114">
                  <a:moveTo>
                    <a:pt x="2052828" y="1002791"/>
                  </a:moveTo>
                  <a:lnTo>
                    <a:pt x="2052828" y="873251"/>
                  </a:lnTo>
                </a:path>
                <a:path w="3286125" h="1047114">
                  <a:moveTo>
                    <a:pt x="821435" y="915923"/>
                  </a:moveTo>
                  <a:lnTo>
                    <a:pt x="821435" y="175260"/>
                  </a:lnTo>
                </a:path>
                <a:path w="3286125" h="1047114">
                  <a:moveTo>
                    <a:pt x="2464308" y="175260"/>
                  </a:moveTo>
                  <a:lnTo>
                    <a:pt x="2464308" y="915923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C65CCEC9-7603-42B0-C687-498917888AEF}"/>
                </a:ext>
              </a:extLst>
            </p:cNvPr>
            <p:cNvSpPr/>
            <p:nvPr/>
          </p:nvSpPr>
          <p:spPr>
            <a:xfrm>
              <a:off x="324612" y="1184148"/>
              <a:ext cx="3075940" cy="891540"/>
            </a:xfrm>
            <a:custGeom>
              <a:avLst/>
              <a:gdLst/>
              <a:ahLst/>
              <a:cxnLst/>
              <a:rect l="l" t="t" r="r" b="b"/>
              <a:pathLst>
                <a:path w="3075940" h="891539">
                  <a:moveTo>
                    <a:pt x="3075432" y="891539"/>
                  </a:moveTo>
                  <a:lnTo>
                    <a:pt x="2017775" y="891539"/>
                  </a:lnTo>
                  <a:lnTo>
                    <a:pt x="1980271" y="888825"/>
                  </a:lnTo>
                  <a:lnTo>
                    <a:pt x="1949767" y="881252"/>
                  </a:lnTo>
                  <a:lnTo>
                    <a:pt x="1929264" y="869680"/>
                  </a:lnTo>
                  <a:lnTo>
                    <a:pt x="1921763" y="854963"/>
                  </a:lnTo>
                  <a:lnTo>
                    <a:pt x="1929264" y="840890"/>
                  </a:lnTo>
                  <a:lnTo>
                    <a:pt x="1949767" y="829246"/>
                  </a:lnTo>
                  <a:lnTo>
                    <a:pt x="1980271" y="821316"/>
                  </a:lnTo>
                  <a:lnTo>
                    <a:pt x="2017775" y="818387"/>
                  </a:lnTo>
                  <a:lnTo>
                    <a:pt x="2209800" y="818387"/>
                  </a:lnTo>
                  <a:lnTo>
                    <a:pt x="2247304" y="815435"/>
                  </a:lnTo>
                  <a:lnTo>
                    <a:pt x="2277808" y="807338"/>
                  </a:lnTo>
                  <a:lnTo>
                    <a:pt x="2298311" y="795242"/>
                  </a:lnTo>
                  <a:lnTo>
                    <a:pt x="2305812" y="780287"/>
                  </a:lnTo>
                  <a:lnTo>
                    <a:pt x="2298311" y="766214"/>
                  </a:lnTo>
                  <a:lnTo>
                    <a:pt x="2277808" y="754570"/>
                  </a:lnTo>
                  <a:lnTo>
                    <a:pt x="2247304" y="746640"/>
                  </a:lnTo>
                  <a:lnTo>
                    <a:pt x="2209800" y="743711"/>
                  </a:lnTo>
                  <a:lnTo>
                    <a:pt x="865631" y="743711"/>
                  </a:lnTo>
                  <a:lnTo>
                    <a:pt x="828127" y="746640"/>
                  </a:lnTo>
                  <a:lnTo>
                    <a:pt x="797623" y="754570"/>
                  </a:lnTo>
                  <a:lnTo>
                    <a:pt x="777120" y="766214"/>
                  </a:lnTo>
                  <a:lnTo>
                    <a:pt x="769620" y="780287"/>
                  </a:lnTo>
                  <a:lnTo>
                    <a:pt x="777120" y="795242"/>
                  </a:lnTo>
                  <a:lnTo>
                    <a:pt x="797623" y="807338"/>
                  </a:lnTo>
                  <a:lnTo>
                    <a:pt x="828127" y="815435"/>
                  </a:lnTo>
                  <a:lnTo>
                    <a:pt x="865631" y="818387"/>
                  </a:lnTo>
                  <a:lnTo>
                    <a:pt x="1057656" y="818387"/>
                  </a:lnTo>
                  <a:lnTo>
                    <a:pt x="1095160" y="821316"/>
                  </a:lnTo>
                  <a:lnTo>
                    <a:pt x="1125664" y="829246"/>
                  </a:lnTo>
                  <a:lnTo>
                    <a:pt x="1146167" y="840890"/>
                  </a:lnTo>
                  <a:lnTo>
                    <a:pt x="1153668" y="854963"/>
                  </a:lnTo>
                  <a:lnTo>
                    <a:pt x="1146167" y="869680"/>
                  </a:lnTo>
                  <a:lnTo>
                    <a:pt x="1125664" y="881252"/>
                  </a:lnTo>
                  <a:lnTo>
                    <a:pt x="1095160" y="888825"/>
                  </a:lnTo>
                  <a:lnTo>
                    <a:pt x="1057656" y="891539"/>
                  </a:lnTo>
                  <a:lnTo>
                    <a:pt x="0" y="891539"/>
                  </a:lnTo>
                  <a:lnTo>
                    <a:pt x="385572" y="521207"/>
                  </a:lnTo>
                  <a:lnTo>
                    <a:pt x="0" y="149351"/>
                  </a:lnTo>
                  <a:lnTo>
                    <a:pt x="769620" y="149351"/>
                  </a:lnTo>
                  <a:lnTo>
                    <a:pt x="769620" y="36575"/>
                  </a:lnTo>
                  <a:lnTo>
                    <a:pt x="777120" y="22502"/>
                  </a:lnTo>
                  <a:lnTo>
                    <a:pt x="797623" y="10858"/>
                  </a:lnTo>
                  <a:lnTo>
                    <a:pt x="828127" y="2928"/>
                  </a:lnTo>
                  <a:lnTo>
                    <a:pt x="865631" y="0"/>
                  </a:lnTo>
                  <a:lnTo>
                    <a:pt x="2209800" y="0"/>
                  </a:lnTo>
                  <a:lnTo>
                    <a:pt x="2247304" y="2928"/>
                  </a:lnTo>
                  <a:lnTo>
                    <a:pt x="2277808" y="10858"/>
                  </a:lnTo>
                  <a:lnTo>
                    <a:pt x="2298311" y="22502"/>
                  </a:lnTo>
                  <a:lnTo>
                    <a:pt x="2305812" y="36575"/>
                  </a:lnTo>
                  <a:lnTo>
                    <a:pt x="2305812" y="149351"/>
                  </a:lnTo>
                  <a:lnTo>
                    <a:pt x="3075432" y="149351"/>
                  </a:lnTo>
                  <a:lnTo>
                    <a:pt x="2689859" y="521207"/>
                  </a:lnTo>
                  <a:lnTo>
                    <a:pt x="3075432" y="891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B0AC14A-685D-A06D-33FF-70684E587A85}"/>
                </a:ext>
              </a:extLst>
            </p:cNvPr>
            <p:cNvSpPr/>
            <p:nvPr/>
          </p:nvSpPr>
          <p:spPr>
            <a:xfrm>
              <a:off x="1094231" y="1927860"/>
              <a:ext cx="1536700" cy="111760"/>
            </a:xfrm>
            <a:custGeom>
              <a:avLst/>
              <a:gdLst/>
              <a:ahLst/>
              <a:cxnLst/>
              <a:rect l="l" t="t" r="r" b="b"/>
              <a:pathLst>
                <a:path w="1536700" h="111760">
                  <a:moveTo>
                    <a:pt x="384048" y="111252"/>
                  </a:moveTo>
                  <a:lnTo>
                    <a:pt x="376547" y="97178"/>
                  </a:lnTo>
                  <a:lnTo>
                    <a:pt x="356044" y="85534"/>
                  </a:lnTo>
                  <a:lnTo>
                    <a:pt x="325540" y="77604"/>
                  </a:lnTo>
                  <a:lnTo>
                    <a:pt x="288036" y="74676"/>
                  </a:lnTo>
                  <a:lnTo>
                    <a:pt x="96012" y="74676"/>
                  </a:lnTo>
                  <a:lnTo>
                    <a:pt x="58507" y="71723"/>
                  </a:lnTo>
                  <a:lnTo>
                    <a:pt x="28003" y="63627"/>
                  </a:lnTo>
                  <a:lnTo>
                    <a:pt x="7500" y="51530"/>
                  </a:lnTo>
                  <a:lnTo>
                    <a:pt x="0" y="36576"/>
                  </a:lnTo>
                  <a:lnTo>
                    <a:pt x="7500" y="22502"/>
                  </a:lnTo>
                  <a:lnTo>
                    <a:pt x="28003" y="10858"/>
                  </a:lnTo>
                  <a:lnTo>
                    <a:pt x="58507" y="2928"/>
                  </a:lnTo>
                  <a:lnTo>
                    <a:pt x="96012" y="0"/>
                  </a:lnTo>
                  <a:lnTo>
                    <a:pt x="384048" y="0"/>
                  </a:lnTo>
                  <a:lnTo>
                    <a:pt x="384048" y="111252"/>
                  </a:lnTo>
                  <a:close/>
                </a:path>
                <a:path w="1536700" h="111760">
                  <a:moveTo>
                    <a:pt x="1152144" y="111252"/>
                  </a:moveTo>
                  <a:lnTo>
                    <a:pt x="1152144" y="0"/>
                  </a:lnTo>
                  <a:lnTo>
                    <a:pt x="1440180" y="0"/>
                  </a:lnTo>
                  <a:lnTo>
                    <a:pt x="1477684" y="2928"/>
                  </a:lnTo>
                  <a:lnTo>
                    <a:pt x="1508188" y="10858"/>
                  </a:lnTo>
                  <a:lnTo>
                    <a:pt x="1528691" y="22502"/>
                  </a:lnTo>
                  <a:lnTo>
                    <a:pt x="1536192" y="36576"/>
                  </a:lnTo>
                  <a:lnTo>
                    <a:pt x="1528691" y="51530"/>
                  </a:lnTo>
                  <a:lnTo>
                    <a:pt x="1508188" y="63627"/>
                  </a:lnTo>
                  <a:lnTo>
                    <a:pt x="1477684" y="71723"/>
                  </a:lnTo>
                  <a:lnTo>
                    <a:pt x="1440180" y="74676"/>
                  </a:lnTo>
                  <a:lnTo>
                    <a:pt x="1248156" y="74676"/>
                  </a:lnTo>
                  <a:lnTo>
                    <a:pt x="1210651" y="77604"/>
                  </a:lnTo>
                  <a:lnTo>
                    <a:pt x="1180147" y="85534"/>
                  </a:lnTo>
                  <a:lnTo>
                    <a:pt x="1159644" y="97178"/>
                  </a:lnTo>
                  <a:lnTo>
                    <a:pt x="1152144" y="111252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A9B913AE-0AD6-7580-5D23-3B9C6426B3F4}"/>
                </a:ext>
              </a:extLst>
            </p:cNvPr>
            <p:cNvSpPr/>
            <p:nvPr/>
          </p:nvSpPr>
          <p:spPr>
            <a:xfrm>
              <a:off x="324612" y="1184148"/>
              <a:ext cx="3075940" cy="891540"/>
            </a:xfrm>
            <a:custGeom>
              <a:avLst/>
              <a:gdLst/>
              <a:ahLst/>
              <a:cxnLst/>
              <a:rect l="l" t="t" r="r" b="b"/>
              <a:pathLst>
                <a:path w="3075940" h="891539">
                  <a:moveTo>
                    <a:pt x="0" y="891539"/>
                  </a:moveTo>
                  <a:lnTo>
                    <a:pt x="385572" y="521207"/>
                  </a:lnTo>
                  <a:lnTo>
                    <a:pt x="0" y="149351"/>
                  </a:lnTo>
                  <a:lnTo>
                    <a:pt x="769620" y="149351"/>
                  </a:lnTo>
                  <a:lnTo>
                    <a:pt x="769620" y="36575"/>
                  </a:lnTo>
                  <a:lnTo>
                    <a:pt x="777120" y="22502"/>
                  </a:lnTo>
                  <a:lnTo>
                    <a:pt x="797623" y="10858"/>
                  </a:lnTo>
                  <a:lnTo>
                    <a:pt x="828127" y="2928"/>
                  </a:lnTo>
                  <a:lnTo>
                    <a:pt x="865631" y="0"/>
                  </a:lnTo>
                  <a:lnTo>
                    <a:pt x="2209800" y="0"/>
                  </a:lnTo>
                  <a:lnTo>
                    <a:pt x="2247304" y="2928"/>
                  </a:lnTo>
                  <a:lnTo>
                    <a:pt x="2277808" y="10858"/>
                  </a:lnTo>
                  <a:lnTo>
                    <a:pt x="2298311" y="22502"/>
                  </a:lnTo>
                  <a:lnTo>
                    <a:pt x="2305812" y="36575"/>
                  </a:lnTo>
                  <a:lnTo>
                    <a:pt x="2305812" y="149351"/>
                  </a:lnTo>
                  <a:lnTo>
                    <a:pt x="3075432" y="149351"/>
                  </a:lnTo>
                  <a:lnTo>
                    <a:pt x="2689859" y="521207"/>
                  </a:lnTo>
                  <a:lnTo>
                    <a:pt x="3075432" y="891539"/>
                  </a:lnTo>
                  <a:lnTo>
                    <a:pt x="2017775" y="891539"/>
                  </a:lnTo>
                  <a:lnTo>
                    <a:pt x="1980271" y="888825"/>
                  </a:lnTo>
                  <a:lnTo>
                    <a:pt x="1949767" y="881252"/>
                  </a:lnTo>
                  <a:lnTo>
                    <a:pt x="1929264" y="869680"/>
                  </a:lnTo>
                  <a:lnTo>
                    <a:pt x="1921763" y="854963"/>
                  </a:lnTo>
                  <a:lnTo>
                    <a:pt x="1929264" y="840890"/>
                  </a:lnTo>
                  <a:lnTo>
                    <a:pt x="1949767" y="829246"/>
                  </a:lnTo>
                  <a:lnTo>
                    <a:pt x="1980271" y="821316"/>
                  </a:lnTo>
                  <a:lnTo>
                    <a:pt x="2017775" y="818387"/>
                  </a:lnTo>
                  <a:lnTo>
                    <a:pt x="2209800" y="818387"/>
                  </a:lnTo>
                  <a:lnTo>
                    <a:pt x="2247304" y="815435"/>
                  </a:lnTo>
                  <a:lnTo>
                    <a:pt x="2277808" y="807338"/>
                  </a:lnTo>
                  <a:lnTo>
                    <a:pt x="2298311" y="795242"/>
                  </a:lnTo>
                  <a:lnTo>
                    <a:pt x="2305812" y="780287"/>
                  </a:lnTo>
                  <a:lnTo>
                    <a:pt x="2298311" y="766214"/>
                  </a:lnTo>
                  <a:lnTo>
                    <a:pt x="2277808" y="754570"/>
                  </a:lnTo>
                  <a:lnTo>
                    <a:pt x="2247304" y="746640"/>
                  </a:lnTo>
                  <a:lnTo>
                    <a:pt x="2209800" y="743711"/>
                  </a:lnTo>
                  <a:lnTo>
                    <a:pt x="865631" y="743711"/>
                  </a:lnTo>
                  <a:lnTo>
                    <a:pt x="828127" y="746640"/>
                  </a:lnTo>
                  <a:lnTo>
                    <a:pt x="797623" y="754570"/>
                  </a:lnTo>
                  <a:lnTo>
                    <a:pt x="777120" y="766214"/>
                  </a:lnTo>
                  <a:lnTo>
                    <a:pt x="769620" y="780287"/>
                  </a:lnTo>
                  <a:lnTo>
                    <a:pt x="777120" y="795242"/>
                  </a:lnTo>
                  <a:lnTo>
                    <a:pt x="797623" y="807338"/>
                  </a:lnTo>
                  <a:lnTo>
                    <a:pt x="828127" y="815435"/>
                  </a:lnTo>
                  <a:lnTo>
                    <a:pt x="865631" y="818387"/>
                  </a:lnTo>
                  <a:lnTo>
                    <a:pt x="1057656" y="818387"/>
                  </a:lnTo>
                  <a:lnTo>
                    <a:pt x="1095160" y="821316"/>
                  </a:lnTo>
                  <a:lnTo>
                    <a:pt x="1125664" y="829246"/>
                  </a:lnTo>
                  <a:lnTo>
                    <a:pt x="1146167" y="840890"/>
                  </a:lnTo>
                  <a:lnTo>
                    <a:pt x="1153668" y="854963"/>
                  </a:lnTo>
                  <a:lnTo>
                    <a:pt x="1146167" y="869680"/>
                  </a:lnTo>
                  <a:lnTo>
                    <a:pt x="1125664" y="881252"/>
                  </a:lnTo>
                  <a:lnTo>
                    <a:pt x="1095160" y="888825"/>
                  </a:lnTo>
                  <a:lnTo>
                    <a:pt x="1057656" y="891539"/>
                  </a:lnTo>
                  <a:lnTo>
                    <a:pt x="0" y="891539"/>
                  </a:lnTo>
                  <a:close/>
                </a:path>
                <a:path w="3075940" h="891539">
                  <a:moveTo>
                    <a:pt x="1153668" y="743711"/>
                  </a:moveTo>
                  <a:lnTo>
                    <a:pt x="1153668" y="854963"/>
                  </a:lnTo>
                </a:path>
                <a:path w="3075940" h="891539">
                  <a:moveTo>
                    <a:pt x="1921763" y="854963"/>
                  </a:moveTo>
                  <a:lnTo>
                    <a:pt x="1921763" y="743711"/>
                  </a:lnTo>
                </a:path>
                <a:path w="3075940" h="891539">
                  <a:moveTo>
                    <a:pt x="769620" y="780287"/>
                  </a:moveTo>
                  <a:lnTo>
                    <a:pt x="769620" y="149351"/>
                  </a:lnTo>
                </a:path>
                <a:path w="3075940" h="891539">
                  <a:moveTo>
                    <a:pt x="2305812" y="149351"/>
                  </a:moveTo>
                  <a:lnTo>
                    <a:pt x="2305812" y="780287"/>
                  </a:lnTo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CA88D6-F156-BB8E-58F0-A9B7C0BCDBB8}"/>
              </a:ext>
            </a:extLst>
          </p:cNvPr>
          <p:cNvSpPr txBox="1"/>
          <p:nvPr/>
        </p:nvSpPr>
        <p:spPr>
          <a:xfrm>
            <a:off x="1496919" y="756187"/>
            <a:ext cx="2757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92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E9B25A-E511-312B-AF56-823A7EF94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782480"/>
              </p:ext>
            </p:extLst>
          </p:nvPr>
        </p:nvGraphicFramePr>
        <p:xfrm>
          <a:off x="141514" y="653144"/>
          <a:ext cx="11908971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936438810"/>
                    </a:ext>
                  </a:extLst>
                </a:gridCol>
                <a:gridCol w="1937658">
                  <a:extLst>
                    <a:ext uri="{9D8B030D-6E8A-4147-A177-3AD203B41FA5}">
                      <a16:colId xmlns:a16="http://schemas.microsoft.com/office/drawing/2014/main" val="683320772"/>
                    </a:ext>
                  </a:extLst>
                </a:gridCol>
                <a:gridCol w="2511687">
                  <a:extLst>
                    <a:ext uri="{9D8B030D-6E8A-4147-A177-3AD203B41FA5}">
                      <a16:colId xmlns:a16="http://schemas.microsoft.com/office/drawing/2014/main" val="2045752999"/>
                    </a:ext>
                  </a:extLst>
                </a:gridCol>
                <a:gridCol w="4139256">
                  <a:extLst>
                    <a:ext uri="{9D8B030D-6E8A-4147-A177-3AD203B41FA5}">
                      <a16:colId xmlns:a16="http://schemas.microsoft.com/office/drawing/2014/main" val="1040491833"/>
                    </a:ext>
                  </a:extLst>
                </a:gridCol>
                <a:gridCol w="2754313">
                  <a:extLst>
                    <a:ext uri="{9D8B030D-6E8A-4147-A177-3AD203B41FA5}">
                      <a16:colId xmlns:a16="http://schemas.microsoft.com/office/drawing/2014/main" val="947833997"/>
                    </a:ext>
                  </a:extLst>
                </a:gridCol>
              </a:tblGrid>
              <a:tr h="47464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Pro’s and Con’s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890262"/>
                  </a:ext>
                </a:extLst>
              </a:tr>
              <a:tr h="168520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Optimization in Wearable Military Devices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(2021)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Brown, D.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60% power consumption reduction through advanced power management techniques. The optimized system provided 72-hour continuous operation on a single battery charge while maintaining full functionality.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Useful for mathematical modeling and combinatorial analysis.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Rapid growth leads to computational complexity, limited use, and overflow errors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414740"/>
                  </a:ext>
                </a:extLst>
              </a:tr>
              <a:tr h="1207464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Sensor Fusion for Environmental Monitoring</a:t>
                      </a:r>
                    </a:p>
                    <a:p>
                      <a:r>
                        <a:rPr lang="en-IN" dirty="0"/>
                        <a:t>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White, C. &amp;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Black, M.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adaptive algorithms that improved sensor accuracy by 35% through intelligent data fusion. The system effectively compensated for individual sensor limitations and environmental interference.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Highly accurate and data-driven approach.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Complex, data-dependent, and less adaptable to new conditions.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072003"/>
                  </a:ext>
                </a:extLst>
              </a:tr>
              <a:tr h="1491729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Activity Recognition for Soldier Monitoring</a:t>
                      </a:r>
                    </a:p>
                    <a:p>
                      <a:r>
                        <a:rPr lang="en-IN" dirty="0"/>
                        <a:t>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Miller, S.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Jones, R.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96% accuracy in recognizing soldier activities and behaviours. The system effectively identified normal, distressed, and unconscious states, enabling appropriate response protocols.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Improves automation and decision-making accuracy.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Risk of false results, data bias, and privacy issues.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81866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CDAFD0-DE12-D303-9674-BDB4F08EB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187675"/>
              </p:ext>
            </p:extLst>
          </p:nvPr>
        </p:nvGraphicFramePr>
        <p:xfrm>
          <a:off x="4386943" y="283030"/>
          <a:ext cx="3679372" cy="370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9372">
                  <a:extLst>
                    <a:ext uri="{9D8B030D-6E8A-4147-A177-3AD203B41FA5}">
                      <a16:colId xmlns:a16="http://schemas.microsoft.com/office/drawing/2014/main" val="1670404974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40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145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4B5B97-CEE5-36A3-FAA9-F762DFC93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75926"/>
              </p:ext>
            </p:extLst>
          </p:nvPr>
        </p:nvGraphicFramePr>
        <p:xfrm>
          <a:off x="370115" y="468084"/>
          <a:ext cx="11419114" cy="5473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558">
                  <a:extLst>
                    <a:ext uri="{9D8B030D-6E8A-4147-A177-3AD203B41FA5}">
                      <a16:colId xmlns:a16="http://schemas.microsoft.com/office/drawing/2014/main" val="4152692522"/>
                    </a:ext>
                  </a:extLst>
                </a:gridCol>
                <a:gridCol w="3216384">
                  <a:extLst>
                    <a:ext uri="{9D8B030D-6E8A-4147-A177-3AD203B41FA5}">
                      <a16:colId xmlns:a16="http://schemas.microsoft.com/office/drawing/2014/main" val="971469659"/>
                    </a:ext>
                  </a:extLst>
                </a:gridCol>
                <a:gridCol w="1491343">
                  <a:extLst>
                    <a:ext uri="{9D8B030D-6E8A-4147-A177-3AD203B41FA5}">
                      <a16:colId xmlns:a16="http://schemas.microsoft.com/office/drawing/2014/main" val="100054711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224955174"/>
                    </a:ext>
                  </a:extLst>
                </a:gridCol>
                <a:gridCol w="2645229">
                  <a:extLst>
                    <a:ext uri="{9D8B030D-6E8A-4147-A177-3AD203B41FA5}">
                      <a16:colId xmlns:a16="http://schemas.microsoft.com/office/drawing/2014/main" val="494604129"/>
                    </a:ext>
                  </a:extLst>
                </a:gridCol>
              </a:tblGrid>
              <a:tr h="82217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Pro’s and Con’s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45158"/>
                  </a:ext>
                </a:extLst>
              </a:tr>
              <a:tr h="2365165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for Predictive Health Analytics</a:t>
                      </a:r>
                    </a:p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(2023)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Wilson T.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Developed ML algorithms achieving 93% accuracy in predicting health emergencies 30 minutes before occurrence. The system successfully prevented 87% of potential medical crises through early intervention alerts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Enables efficient and accurate automated analysis.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Prone to false alarms, privacy risks, and data dependency.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799278"/>
                  </a:ext>
                </a:extLst>
              </a:tr>
              <a:tr h="2081345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Integration Challenges in Multi-Sensor Military Systems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Cooper, D. &amp; Reed, 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Identified and solved major integration challenges in complex sensor networks. The research provided frameworks for successful implementation of multi-sensor military monitoring systems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/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Enhances performance and system integration.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Expensive, complex, and vulnerable to security issues.</a:t>
                      </a: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598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854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E034-EE7E-13A9-9BDE-54C30066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53543" cy="123507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5A3F41-17C8-1B74-5092-13284B3203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143" y="1766467"/>
            <a:ext cx="10069286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focus 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tactical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 health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emergencies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(e.g., heat stroke, cardiac arrest) often go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undetected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health checks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infrequent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impractical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active combat.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health and GPS systems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data silos, delaying medical response.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gas detection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exposes soldiers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invisible environmental hazards.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psychological monitoring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stress, fatigue, or trauma.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emergency communication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unreliable in critical situations.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centralized, secure data storage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limits analysis and future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70223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A4C6-0F5F-256C-432E-338F2FFA7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660" y="365125"/>
            <a:ext cx="10035139" cy="1626962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  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B060C8-A9CA-79AD-F48E-2B6E52EC1F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1541" y="1843950"/>
            <a:ext cx="952970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IoT-based monitoring system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ESP32 for real-time soldier health and 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tracking.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 vital parameters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body temperature and heart rate using DHT11 and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AD8232 sensors.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geographical position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GPS NEO-6M for enhanced situational awareness.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hazardous gases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monitor environmental conditions to ensure soldier safety.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emergency communication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via GSM SIM800L with manual and automatic alert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emotion recognition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facial detection to assess psychological well-being in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time.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00A5B012-2513-CFC9-FAD6-E8A930D2D841}"/>
              </a:ext>
            </a:extLst>
          </p:cNvPr>
          <p:cNvGrpSpPr/>
          <p:nvPr/>
        </p:nvGrpSpPr>
        <p:grpSpPr>
          <a:xfrm>
            <a:off x="931579" y="464244"/>
            <a:ext cx="2098675" cy="1302385"/>
            <a:chOff x="50150" y="1170669"/>
            <a:chExt cx="2098675" cy="1302385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51A51542-6062-1ED1-08AF-B7DAF7F47CC6}"/>
                </a:ext>
              </a:extLst>
            </p:cNvPr>
            <p:cNvSpPr/>
            <p:nvPr/>
          </p:nvSpPr>
          <p:spPr>
            <a:xfrm>
              <a:off x="55484" y="1176003"/>
              <a:ext cx="2087880" cy="1291590"/>
            </a:xfrm>
            <a:custGeom>
              <a:avLst/>
              <a:gdLst/>
              <a:ahLst/>
              <a:cxnLst/>
              <a:rect l="l" t="t" r="r" b="b"/>
              <a:pathLst>
                <a:path w="2087880" h="1291589">
                  <a:moveTo>
                    <a:pt x="1067355" y="1291098"/>
                  </a:moveTo>
                  <a:lnTo>
                    <a:pt x="1020340" y="1288124"/>
                  </a:lnTo>
                  <a:lnTo>
                    <a:pt x="973215" y="1279160"/>
                  </a:lnTo>
                  <a:lnTo>
                    <a:pt x="921399" y="1261562"/>
                  </a:lnTo>
                  <a:lnTo>
                    <a:pt x="874155" y="1236678"/>
                  </a:lnTo>
                  <a:lnTo>
                    <a:pt x="832626" y="1205222"/>
                  </a:lnTo>
                  <a:lnTo>
                    <a:pt x="797955" y="1167908"/>
                  </a:lnTo>
                  <a:lnTo>
                    <a:pt x="752780" y="1187520"/>
                  </a:lnTo>
                  <a:lnTo>
                    <a:pt x="706049" y="1201492"/>
                  </a:lnTo>
                  <a:lnTo>
                    <a:pt x="658366" y="1209961"/>
                  </a:lnTo>
                  <a:lnTo>
                    <a:pt x="610333" y="1213063"/>
                  </a:lnTo>
                  <a:lnTo>
                    <a:pt x="562555" y="1210938"/>
                  </a:lnTo>
                  <a:lnTo>
                    <a:pt x="515634" y="1203722"/>
                  </a:lnTo>
                  <a:lnTo>
                    <a:pt x="470173" y="1191553"/>
                  </a:lnTo>
                  <a:lnTo>
                    <a:pt x="426776" y="1174568"/>
                  </a:lnTo>
                  <a:lnTo>
                    <a:pt x="386046" y="1152906"/>
                  </a:lnTo>
                  <a:lnTo>
                    <a:pt x="348586" y="1126703"/>
                  </a:lnTo>
                  <a:lnTo>
                    <a:pt x="315000" y="1096098"/>
                  </a:lnTo>
                  <a:lnTo>
                    <a:pt x="285891" y="1061228"/>
                  </a:lnTo>
                  <a:lnTo>
                    <a:pt x="284367" y="1058180"/>
                  </a:lnTo>
                  <a:lnTo>
                    <a:pt x="282843" y="1056656"/>
                  </a:lnTo>
                  <a:lnTo>
                    <a:pt x="282843" y="1055132"/>
                  </a:lnTo>
                  <a:lnTo>
                    <a:pt x="234092" y="1054998"/>
                  </a:lnTo>
                  <a:lnTo>
                    <a:pt x="188061" y="1046041"/>
                  </a:lnTo>
                  <a:lnTo>
                    <a:pt x="146162" y="1029139"/>
                  </a:lnTo>
                  <a:lnTo>
                    <a:pt x="109809" y="1005173"/>
                  </a:lnTo>
                  <a:lnTo>
                    <a:pt x="80413" y="975022"/>
                  </a:lnTo>
                  <a:lnTo>
                    <a:pt x="59388" y="939565"/>
                  </a:lnTo>
                  <a:lnTo>
                    <a:pt x="48147" y="899684"/>
                  </a:lnTo>
                  <a:lnTo>
                    <a:pt x="48385" y="861036"/>
                  </a:lnTo>
                  <a:lnTo>
                    <a:pt x="58053" y="823674"/>
                  </a:lnTo>
                  <a:lnTo>
                    <a:pt x="76864" y="788884"/>
                  </a:lnTo>
                  <a:lnTo>
                    <a:pt x="104535" y="757952"/>
                  </a:lnTo>
                  <a:lnTo>
                    <a:pt x="59944" y="728996"/>
                  </a:lnTo>
                  <a:lnTo>
                    <a:pt x="27206" y="692420"/>
                  </a:lnTo>
                  <a:lnTo>
                    <a:pt x="6999" y="650510"/>
                  </a:lnTo>
                  <a:lnTo>
                    <a:pt x="0" y="605552"/>
                  </a:lnTo>
                  <a:lnTo>
                    <a:pt x="6886" y="559832"/>
                  </a:lnTo>
                  <a:lnTo>
                    <a:pt x="28335" y="515636"/>
                  </a:lnTo>
                  <a:lnTo>
                    <a:pt x="58696" y="482346"/>
                  </a:lnTo>
                  <a:lnTo>
                    <a:pt x="96343" y="456200"/>
                  </a:lnTo>
                  <a:lnTo>
                    <a:pt x="139991" y="438055"/>
                  </a:lnTo>
                  <a:lnTo>
                    <a:pt x="188355" y="428768"/>
                  </a:lnTo>
                  <a:lnTo>
                    <a:pt x="189879" y="424196"/>
                  </a:lnTo>
                  <a:lnTo>
                    <a:pt x="186948" y="379818"/>
                  </a:lnTo>
                  <a:lnTo>
                    <a:pt x="192402" y="336730"/>
                  </a:lnTo>
                  <a:lnTo>
                    <a:pt x="205666" y="295581"/>
                  </a:lnTo>
                  <a:lnTo>
                    <a:pt x="226162" y="257019"/>
                  </a:lnTo>
                  <a:lnTo>
                    <a:pt x="253315" y="221694"/>
                  </a:lnTo>
                  <a:lnTo>
                    <a:pt x="286549" y="190256"/>
                  </a:lnTo>
                  <a:lnTo>
                    <a:pt x="325288" y="163353"/>
                  </a:lnTo>
                  <a:lnTo>
                    <a:pt x="368955" y="141634"/>
                  </a:lnTo>
                  <a:lnTo>
                    <a:pt x="416974" y="125749"/>
                  </a:lnTo>
                  <a:lnTo>
                    <a:pt x="468771" y="116348"/>
                  </a:lnTo>
                  <a:lnTo>
                    <a:pt x="523468" y="113681"/>
                  </a:lnTo>
                  <a:lnTo>
                    <a:pt x="577165" y="119015"/>
                  </a:lnTo>
                  <a:lnTo>
                    <a:pt x="628862" y="131778"/>
                  </a:lnTo>
                  <a:lnTo>
                    <a:pt x="677559" y="151400"/>
                  </a:lnTo>
                  <a:lnTo>
                    <a:pt x="706619" y="114595"/>
                  </a:lnTo>
                  <a:lnTo>
                    <a:pt x="742591" y="84415"/>
                  </a:lnTo>
                  <a:lnTo>
                    <a:pt x="784099" y="61201"/>
                  </a:lnTo>
                  <a:lnTo>
                    <a:pt x="829768" y="45291"/>
                  </a:lnTo>
                  <a:lnTo>
                    <a:pt x="878224" y="37025"/>
                  </a:lnTo>
                  <a:lnTo>
                    <a:pt x="928090" y="36743"/>
                  </a:lnTo>
                  <a:lnTo>
                    <a:pt x="977992" y="44782"/>
                  </a:lnTo>
                  <a:lnTo>
                    <a:pt x="1026555" y="61484"/>
                  </a:lnTo>
                  <a:lnTo>
                    <a:pt x="1071989" y="87844"/>
                  </a:lnTo>
                  <a:lnTo>
                    <a:pt x="1085991" y="98060"/>
                  </a:lnTo>
                  <a:lnTo>
                    <a:pt x="1112485" y="63999"/>
                  </a:lnTo>
                  <a:lnTo>
                    <a:pt x="1146417" y="36629"/>
                  </a:lnTo>
                  <a:lnTo>
                    <a:pt x="1186081" y="16484"/>
                  </a:lnTo>
                  <a:lnTo>
                    <a:pt x="1229771" y="4096"/>
                  </a:lnTo>
                  <a:lnTo>
                    <a:pt x="1275780" y="0"/>
                  </a:lnTo>
                  <a:lnTo>
                    <a:pt x="1322402" y="4727"/>
                  </a:lnTo>
                  <a:lnTo>
                    <a:pt x="1367931" y="18812"/>
                  </a:lnTo>
                  <a:lnTo>
                    <a:pt x="1408507" y="40719"/>
                  </a:lnTo>
                  <a:lnTo>
                    <a:pt x="1441083" y="70628"/>
                  </a:lnTo>
                  <a:lnTo>
                    <a:pt x="1475295" y="42642"/>
                  </a:lnTo>
                  <a:lnTo>
                    <a:pt x="1514187" y="21622"/>
                  </a:lnTo>
                  <a:lnTo>
                    <a:pt x="1556436" y="7674"/>
                  </a:lnTo>
                  <a:lnTo>
                    <a:pt x="1600722" y="905"/>
                  </a:lnTo>
                  <a:lnTo>
                    <a:pt x="1645721" y="1423"/>
                  </a:lnTo>
                  <a:lnTo>
                    <a:pt x="1690114" y="9334"/>
                  </a:lnTo>
                  <a:lnTo>
                    <a:pt x="1732577" y="24747"/>
                  </a:lnTo>
                  <a:lnTo>
                    <a:pt x="1771791" y="47768"/>
                  </a:lnTo>
                  <a:lnTo>
                    <a:pt x="1823416" y="99203"/>
                  </a:lnTo>
                  <a:lnTo>
                    <a:pt x="1851039" y="162068"/>
                  </a:lnTo>
                  <a:lnTo>
                    <a:pt x="1899711" y="177966"/>
                  </a:lnTo>
                  <a:lnTo>
                    <a:pt x="1942383" y="200954"/>
                  </a:lnTo>
                  <a:lnTo>
                    <a:pt x="1978340" y="229978"/>
                  </a:lnTo>
                  <a:lnTo>
                    <a:pt x="2006868" y="263985"/>
                  </a:lnTo>
                  <a:lnTo>
                    <a:pt x="2027251" y="301922"/>
                  </a:lnTo>
                  <a:lnTo>
                    <a:pt x="2038776" y="342733"/>
                  </a:lnTo>
                  <a:lnTo>
                    <a:pt x="2040729" y="385367"/>
                  </a:lnTo>
                  <a:lnTo>
                    <a:pt x="2032395" y="428768"/>
                  </a:lnTo>
                  <a:lnTo>
                    <a:pt x="2029847" y="436507"/>
                  </a:lnTo>
                  <a:lnTo>
                    <a:pt x="2026870" y="443817"/>
                  </a:lnTo>
                  <a:lnTo>
                    <a:pt x="2023608" y="450842"/>
                  </a:lnTo>
                  <a:lnTo>
                    <a:pt x="2020203" y="457724"/>
                  </a:lnTo>
                  <a:lnTo>
                    <a:pt x="2049028" y="495266"/>
                  </a:lnTo>
                  <a:lnTo>
                    <a:pt x="2069751" y="535131"/>
                  </a:lnTo>
                  <a:lnTo>
                    <a:pt x="2082501" y="576532"/>
                  </a:lnTo>
                  <a:lnTo>
                    <a:pt x="2087405" y="618683"/>
                  </a:lnTo>
                  <a:lnTo>
                    <a:pt x="2084592" y="660797"/>
                  </a:lnTo>
                  <a:lnTo>
                    <a:pt x="2074189" y="702088"/>
                  </a:lnTo>
                  <a:lnTo>
                    <a:pt x="2056324" y="741770"/>
                  </a:lnTo>
                  <a:lnTo>
                    <a:pt x="2031127" y="779056"/>
                  </a:lnTo>
                  <a:lnTo>
                    <a:pt x="1998723" y="813160"/>
                  </a:lnTo>
                  <a:lnTo>
                    <a:pt x="1959243" y="843296"/>
                  </a:lnTo>
                  <a:lnTo>
                    <a:pt x="1924714" y="863013"/>
                  </a:lnTo>
                  <a:lnTo>
                    <a:pt x="1887615" y="878729"/>
                  </a:lnTo>
                  <a:lnTo>
                    <a:pt x="1848229" y="890445"/>
                  </a:lnTo>
                  <a:lnTo>
                    <a:pt x="1806843" y="898160"/>
                  </a:lnTo>
                  <a:lnTo>
                    <a:pt x="1801890" y="940274"/>
                  </a:lnTo>
                  <a:lnTo>
                    <a:pt x="1788559" y="979829"/>
                  </a:lnTo>
                  <a:lnTo>
                    <a:pt x="1767614" y="1016185"/>
                  </a:lnTo>
                  <a:lnTo>
                    <a:pt x="1739820" y="1048703"/>
                  </a:lnTo>
                  <a:lnTo>
                    <a:pt x="1705943" y="1076744"/>
                  </a:lnTo>
                  <a:lnTo>
                    <a:pt x="1666748" y="1099666"/>
                  </a:lnTo>
                  <a:lnTo>
                    <a:pt x="1622999" y="1116832"/>
                  </a:lnTo>
                  <a:lnTo>
                    <a:pt x="1575462" y="1127600"/>
                  </a:lnTo>
                  <a:lnTo>
                    <a:pt x="1524903" y="1131332"/>
                  </a:lnTo>
                  <a:lnTo>
                    <a:pt x="1487279" y="1128189"/>
                  </a:lnTo>
                  <a:lnTo>
                    <a:pt x="1450227" y="1121045"/>
                  </a:lnTo>
                  <a:lnTo>
                    <a:pt x="1414317" y="1109901"/>
                  </a:lnTo>
                  <a:lnTo>
                    <a:pt x="1380123" y="1094756"/>
                  </a:lnTo>
                  <a:lnTo>
                    <a:pt x="1362848" y="1133023"/>
                  </a:lnTo>
                  <a:lnTo>
                    <a:pt x="1339713" y="1167835"/>
                  </a:lnTo>
                  <a:lnTo>
                    <a:pt x="1311357" y="1198909"/>
                  </a:lnTo>
                  <a:lnTo>
                    <a:pt x="1278419" y="1225964"/>
                  </a:lnTo>
                  <a:lnTo>
                    <a:pt x="1241537" y="1248719"/>
                  </a:lnTo>
                  <a:lnTo>
                    <a:pt x="1201351" y="1266891"/>
                  </a:lnTo>
                  <a:lnTo>
                    <a:pt x="1158499" y="1280199"/>
                  </a:lnTo>
                  <a:lnTo>
                    <a:pt x="1113621" y="1288362"/>
                  </a:lnTo>
                  <a:lnTo>
                    <a:pt x="1067355" y="1291098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BA40E94D-6A53-06C6-FEAF-094A9AF6A562}"/>
                </a:ext>
              </a:extLst>
            </p:cNvPr>
            <p:cNvSpPr/>
            <p:nvPr/>
          </p:nvSpPr>
          <p:spPr>
            <a:xfrm>
              <a:off x="55484" y="1176003"/>
              <a:ext cx="2087880" cy="1291590"/>
            </a:xfrm>
            <a:custGeom>
              <a:avLst/>
              <a:gdLst/>
              <a:ahLst/>
              <a:cxnLst/>
              <a:rect l="l" t="t" r="r" b="b"/>
              <a:pathLst>
                <a:path w="2087880" h="1291589">
                  <a:moveTo>
                    <a:pt x="189879" y="424196"/>
                  </a:moveTo>
                  <a:lnTo>
                    <a:pt x="186948" y="379818"/>
                  </a:lnTo>
                  <a:lnTo>
                    <a:pt x="192402" y="336730"/>
                  </a:lnTo>
                  <a:lnTo>
                    <a:pt x="205666" y="295581"/>
                  </a:lnTo>
                  <a:lnTo>
                    <a:pt x="226162" y="257019"/>
                  </a:lnTo>
                  <a:lnTo>
                    <a:pt x="253315" y="221694"/>
                  </a:lnTo>
                  <a:lnTo>
                    <a:pt x="286549" y="190256"/>
                  </a:lnTo>
                  <a:lnTo>
                    <a:pt x="325288" y="163353"/>
                  </a:lnTo>
                  <a:lnTo>
                    <a:pt x="368955" y="141634"/>
                  </a:lnTo>
                  <a:lnTo>
                    <a:pt x="416974" y="125749"/>
                  </a:lnTo>
                  <a:lnTo>
                    <a:pt x="468771" y="116348"/>
                  </a:lnTo>
                  <a:lnTo>
                    <a:pt x="523468" y="113681"/>
                  </a:lnTo>
                  <a:lnTo>
                    <a:pt x="577165" y="119015"/>
                  </a:lnTo>
                  <a:lnTo>
                    <a:pt x="628862" y="131778"/>
                  </a:lnTo>
                  <a:lnTo>
                    <a:pt x="677559" y="151400"/>
                  </a:lnTo>
                  <a:lnTo>
                    <a:pt x="706619" y="114595"/>
                  </a:lnTo>
                  <a:lnTo>
                    <a:pt x="742591" y="84415"/>
                  </a:lnTo>
                  <a:lnTo>
                    <a:pt x="784099" y="61201"/>
                  </a:lnTo>
                  <a:lnTo>
                    <a:pt x="829768" y="45291"/>
                  </a:lnTo>
                  <a:lnTo>
                    <a:pt x="878224" y="37025"/>
                  </a:lnTo>
                  <a:lnTo>
                    <a:pt x="928090" y="36743"/>
                  </a:lnTo>
                  <a:lnTo>
                    <a:pt x="977992" y="44782"/>
                  </a:lnTo>
                  <a:lnTo>
                    <a:pt x="1026555" y="61484"/>
                  </a:lnTo>
                  <a:lnTo>
                    <a:pt x="1071989" y="87844"/>
                  </a:lnTo>
                  <a:lnTo>
                    <a:pt x="1085991" y="98060"/>
                  </a:lnTo>
                  <a:lnTo>
                    <a:pt x="1112485" y="63999"/>
                  </a:lnTo>
                  <a:lnTo>
                    <a:pt x="1146417" y="36629"/>
                  </a:lnTo>
                  <a:lnTo>
                    <a:pt x="1186081" y="16484"/>
                  </a:lnTo>
                  <a:lnTo>
                    <a:pt x="1229771" y="4096"/>
                  </a:lnTo>
                  <a:lnTo>
                    <a:pt x="1275780" y="0"/>
                  </a:lnTo>
                  <a:lnTo>
                    <a:pt x="1322402" y="4727"/>
                  </a:lnTo>
                  <a:lnTo>
                    <a:pt x="1367931" y="18812"/>
                  </a:lnTo>
                  <a:lnTo>
                    <a:pt x="1408507" y="40719"/>
                  </a:lnTo>
                  <a:lnTo>
                    <a:pt x="1441083" y="70628"/>
                  </a:lnTo>
                  <a:lnTo>
                    <a:pt x="1475295" y="42642"/>
                  </a:lnTo>
                  <a:lnTo>
                    <a:pt x="1514187" y="21622"/>
                  </a:lnTo>
                  <a:lnTo>
                    <a:pt x="1556436" y="7674"/>
                  </a:lnTo>
                  <a:lnTo>
                    <a:pt x="1600722" y="905"/>
                  </a:lnTo>
                  <a:lnTo>
                    <a:pt x="1645721" y="1423"/>
                  </a:lnTo>
                  <a:lnTo>
                    <a:pt x="1690114" y="9334"/>
                  </a:lnTo>
                  <a:lnTo>
                    <a:pt x="1732577" y="24747"/>
                  </a:lnTo>
                  <a:lnTo>
                    <a:pt x="1771791" y="47768"/>
                  </a:lnTo>
                  <a:lnTo>
                    <a:pt x="1823416" y="99203"/>
                  </a:lnTo>
                  <a:lnTo>
                    <a:pt x="1851039" y="162068"/>
                  </a:lnTo>
                  <a:lnTo>
                    <a:pt x="1899711" y="177966"/>
                  </a:lnTo>
                  <a:lnTo>
                    <a:pt x="1942383" y="200954"/>
                  </a:lnTo>
                  <a:lnTo>
                    <a:pt x="1978340" y="229978"/>
                  </a:lnTo>
                  <a:lnTo>
                    <a:pt x="2006868" y="263985"/>
                  </a:lnTo>
                  <a:lnTo>
                    <a:pt x="2027251" y="301922"/>
                  </a:lnTo>
                  <a:lnTo>
                    <a:pt x="2038776" y="342733"/>
                  </a:lnTo>
                  <a:lnTo>
                    <a:pt x="2040729" y="385367"/>
                  </a:lnTo>
                  <a:lnTo>
                    <a:pt x="2032395" y="428768"/>
                  </a:lnTo>
                  <a:lnTo>
                    <a:pt x="2029847" y="436507"/>
                  </a:lnTo>
                  <a:lnTo>
                    <a:pt x="2026870" y="443817"/>
                  </a:lnTo>
                  <a:lnTo>
                    <a:pt x="2023608" y="450842"/>
                  </a:lnTo>
                  <a:lnTo>
                    <a:pt x="2020203" y="457724"/>
                  </a:lnTo>
                  <a:lnTo>
                    <a:pt x="2049028" y="495266"/>
                  </a:lnTo>
                  <a:lnTo>
                    <a:pt x="2069751" y="535131"/>
                  </a:lnTo>
                  <a:lnTo>
                    <a:pt x="2082501" y="576532"/>
                  </a:lnTo>
                  <a:lnTo>
                    <a:pt x="2087405" y="618683"/>
                  </a:lnTo>
                  <a:lnTo>
                    <a:pt x="2084592" y="660797"/>
                  </a:lnTo>
                  <a:lnTo>
                    <a:pt x="2074189" y="702088"/>
                  </a:lnTo>
                  <a:lnTo>
                    <a:pt x="2056324" y="741770"/>
                  </a:lnTo>
                  <a:lnTo>
                    <a:pt x="2031127" y="779056"/>
                  </a:lnTo>
                  <a:lnTo>
                    <a:pt x="1998723" y="813160"/>
                  </a:lnTo>
                  <a:lnTo>
                    <a:pt x="1959243" y="843296"/>
                  </a:lnTo>
                  <a:lnTo>
                    <a:pt x="1924714" y="863013"/>
                  </a:lnTo>
                  <a:lnTo>
                    <a:pt x="1887615" y="878729"/>
                  </a:lnTo>
                  <a:lnTo>
                    <a:pt x="1848229" y="890445"/>
                  </a:lnTo>
                  <a:lnTo>
                    <a:pt x="1806843" y="898160"/>
                  </a:lnTo>
                  <a:lnTo>
                    <a:pt x="1801890" y="940274"/>
                  </a:lnTo>
                  <a:lnTo>
                    <a:pt x="1788559" y="979829"/>
                  </a:lnTo>
                  <a:lnTo>
                    <a:pt x="1767614" y="1016185"/>
                  </a:lnTo>
                  <a:lnTo>
                    <a:pt x="1739820" y="1048703"/>
                  </a:lnTo>
                  <a:lnTo>
                    <a:pt x="1705943" y="1076744"/>
                  </a:lnTo>
                  <a:lnTo>
                    <a:pt x="1666748" y="1099666"/>
                  </a:lnTo>
                  <a:lnTo>
                    <a:pt x="1622999" y="1116832"/>
                  </a:lnTo>
                  <a:lnTo>
                    <a:pt x="1575462" y="1127600"/>
                  </a:lnTo>
                  <a:lnTo>
                    <a:pt x="1524903" y="1131332"/>
                  </a:lnTo>
                  <a:lnTo>
                    <a:pt x="1487279" y="1128189"/>
                  </a:lnTo>
                  <a:lnTo>
                    <a:pt x="1450227" y="1121045"/>
                  </a:lnTo>
                  <a:lnTo>
                    <a:pt x="1414317" y="1109901"/>
                  </a:lnTo>
                  <a:lnTo>
                    <a:pt x="1380123" y="1094756"/>
                  </a:lnTo>
                  <a:lnTo>
                    <a:pt x="1362848" y="1133023"/>
                  </a:lnTo>
                  <a:lnTo>
                    <a:pt x="1339713" y="1167835"/>
                  </a:lnTo>
                  <a:lnTo>
                    <a:pt x="1311357" y="1198909"/>
                  </a:lnTo>
                  <a:lnTo>
                    <a:pt x="1278419" y="1225964"/>
                  </a:lnTo>
                  <a:lnTo>
                    <a:pt x="1241537" y="1248719"/>
                  </a:lnTo>
                  <a:lnTo>
                    <a:pt x="1201351" y="1266891"/>
                  </a:lnTo>
                  <a:lnTo>
                    <a:pt x="1158499" y="1280199"/>
                  </a:lnTo>
                  <a:lnTo>
                    <a:pt x="1113621" y="1288362"/>
                  </a:lnTo>
                  <a:lnTo>
                    <a:pt x="1067355" y="1291098"/>
                  </a:lnTo>
                  <a:lnTo>
                    <a:pt x="1020340" y="1288124"/>
                  </a:lnTo>
                  <a:lnTo>
                    <a:pt x="973215" y="1279160"/>
                  </a:lnTo>
                  <a:lnTo>
                    <a:pt x="921399" y="1261562"/>
                  </a:lnTo>
                  <a:lnTo>
                    <a:pt x="874155" y="1236678"/>
                  </a:lnTo>
                  <a:lnTo>
                    <a:pt x="832626" y="1205222"/>
                  </a:lnTo>
                  <a:lnTo>
                    <a:pt x="797955" y="1167908"/>
                  </a:lnTo>
                  <a:lnTo>
                    <a:pt x="752780" y="1187520"/>
                  </a:lnTo>
                  <a:lnTo>
                    <a:pt x="706049" y="1201492"/>
                  </a:lnTo>
                  <a:lnTo>
                    <a:pt x="658366" y="1209961"/>
                  </a:lnTo>
                  <a:lnTo>
                    <a:pt x="610333" y="1213063"/>
                  </a:lnTo>
                  <a:lnTo>
                    <a:pt x="562555" y="1210938"/>
                  </a:lnTo>
                  <a:lnTo>
                    <a:pt x="515634" y="1203722"/>
                  </a:lnTo>
                  <a:lnTo>
                    <a:pt x="470173" y="1191553"/>
                  </a:lnTo>
                  <a:lnTo>
                    <a:pt x="426776" y="1174568"/>
                  </a:lnTo>
                  <a:lnTo>
                    <a:pt x="386046" y="1152906"/>
                  </a:lnTo>
                  <a:lnTo>
                    <a:pt x="348586" y="1126703"/>
                  </a:lnTo>
                  <a:lnTo>
                    <a:pt x="315000" y="1096098"/>
                  </a:lnTo>
                  <a:lnTo>
                    <a:pt x="285891" y="1061228"/>
                  </a:lnTo>
                  <a:lnTo>
                    <a:pt x="284367" y="1058180"/>
                  </a:lnTo>
                  <a:lnTo>
                    <a:pt x="282843" y="1056656"/>
                  </a:lnTo>
                  <a:lnTo>
                    <a:pt x="282843" y="1055132"/>
                  </a:lnTo>
                  <a:lnTo>
                    <a:pt x="234092" y="1054998"/>
                  </a:lnTo>
                  <a:lnTo>
                    <a:pt x="188061" y="1046041"/>
                  </a:lnTo>
                  <a:lnTo>
                    <a:pt x="146162" y="1029139"/>
                  </a:lnTo>
                  <a:lnTo>
                    <a:pt x="109809" y="1005173"/>
                  </a:lnTo>
                  <a:lnTo>
                    <a:pt x="80413" y="975022"/>
                  </a:lnTo>
                  <a:lnTo>
                    <a:pt x="59388" y="939565"/>
                  </a:lnTo>
                  <a:lnTo>
                    <a:pt x="48147" y="899684"/>
                  </a:lnTo>
                  <a:lnTo>
                    <a:pt x="48385" y="861036"/>
                  </a:lnTo>
                  <a:lnTo>
                    <a:pt x="58053" y="823674"/>
                  </a:lnTo>
                  <a:lnTo>
                    <a:pt x="76864" y="788884"/>
                  </a:lnTo>
                  <a:lnTo>
                    <a:pt x="104535" y="757952"/>
                  </a:lnTo>
                  <a:lnTo>
                    <a:pt x="59944" y="728996"/>
                  </a:lnTo>
                  <a:lnTo>
                    <a:pt x="27206" y="692420"/>
                  </a:lnTo>
                  <a:lnTo>
                    <a:pt x="6999" y="650510"/>
                  </a:lnTo>
                  <a:lnTo>
                    <a:pt x="0" y="605552"/>
                  </a:lnTo>
                  <a:lnTo>
                    <a:pt x="6886" y="559832"/>
                  </a:lnTo>
                  <a:lnTo>
                    <a:pt x="28335" y="515636"/>
                  </a:lnTo>
                  <a:lnTo>
                    <a:pt x="58696" y="482346"/>
                  </a:lnTo>
                  <a:lnTo>
                    <a:pt x="96343" y="456200"/>
                  </a:lnTo>
                  <a:lnTo>
                    <a:pt x="139991" y="438055"/>
                  </a:lnTo>
                  <a:lnTo>
                    <a:pt x="188355" y="428768"/>
                  </a:lnTo>
                  <a:lnTo>
                    <a:pt x="189879" y="424196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120BDAD8-F083-61DD-FD5B-D980B85E00F4}"/>
                </a:ext>
              </a:extLst>
            </p:cNvPr>
            <p:cNvSpPr/>
            <p:nvPr/>
          </p:nvSpPr>
          <p:spPr>
            <a:xfrm>
              <a:off x="161544" y="1929383"/>
              <a:ext cx="1287780" cy="410209"/>
            </a:xfrm>
            <a:custGeom>
              <a:avLst/>
              <a:gdLst/>
              <a:ahLst/>
              <a:cxnLst/>
              <a:rect l="l" t="t" r="r" b="b"/>
              <a:pathLst>
                <a:path w="1287780" h="410210">
                  <a:moveTo>
                    <a:pt x="121920" y="24384"/>
                  </a:moveTo>
                  <a:lnTo>
                    <a:pt x="90011" y="24431"/>
                  </a:lnTo>
                  <a:lnTo>
                    <a:pt x="58674" y="20193"/>
                  </a:lnTo>
                  <a:lnTo>
                    <a:pt x="28479" y="11953"/>
                  </a:lnTo>
                  <a:lnTo>
                    <a:pt x="0" y="0"/>
                  </a:lnTo>
                </a:path>
                <a:path w="1287780" h="410210">
                  <a:moveTo>
                    <a:pt x="230124" y="284988"/>
                  </a:moveTo>
                  <a:lnTo>
                    <a:pt x="217289" y="288369"/>
                  </a:lnTo>
                  <a:lnTo>
                    <a:pt x="204025" y="291465"/>
                  </a:lnTo>
                  <a:lnTo>
                    <a:pt x="190476" y="293989"/>
                  </a:lnTo>
                  <a:lnTo>
                    <a:pt x="176784" y="295656"/>
                  </a:lnTo>
                </a:path>
                <a:path w="1287780" h="410210">
                  <a:moveTo>
                    <a:pt x="690372" y="409956"/>
                  </a:moveTo>
                  <a:lnTo>
                    <a:pt x="681513" y="397359"/>
                  </a:lnTo>
                  <a:lnTo>
                    <a:pt x="673227" y="384619"/>
                  </a:lnTo>
                  <a:lnTo>
                    <a:pt x="665511" y="371594"/>
                  </a:lnTo>
                  <a:lnTo>
                    <a:pt x="658368" y="358140"/>
                  </a:lnTo>
                </a:path>
                <a:path w="1287780" h="410210">
                  <a:moveTo>
                    <a:pt x="1287780" y="280415"/>
                  </a:moveTo>
                  <a:lnTo>
                    <a:pt x="1285208" y="294370"/>
                  </a:lnTo>
                  <a:lnTo>
                    <a:pt x="1282065" y="308609"/>
                  </a:lnTo>
                  <a:lnTo>
                    <a:pt x="1278350" y="322849"/>
                  </a:lnTo>
                  <a:lnTo>
                    <a:pt x="1274063" y="336803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BBB4E124-1A87-9720-B011-A18B7FB886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8497" y="1852421"/>
              <a:ext cx="167640" cy="222504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EE37EE2D-0585-EC1A-F809-22939C2209C6}"/>
                </a:ext>
              </a:extLst>
            </p:cNvPr>
            <p:cNvSpPr/>
            <p:nvPr/>
          </p:nvSpPr>
          <p:spPr>
            <a:xfrm>
              <a:off x="245363" y="1242059"/>
              <a:ext cx="1828800" cy="467995"/>
            </a:xfrm>
            <a:custGeom>
              <a:avLst/>
              <a:gdLst/>
              <a:ahLst/>
              <a:cxnLst/>
              <a:rect l="l" t="t" r="r" b="b"/>
              <a:pathLst>
                <a:path w="1828800" h="467994">
                  <a:moveTo>
                    <a:pt x="1828800" y="388620"/>
                  </a:moveTo>
                  <a:lnTo>
                    <a:pt x="1815703" y="410860"/>
                  </a:lnTo>
                  <a:lnTo>
                    <a:pt x="1799462" y="431673"/>
                  </a:lnTo>
                  <a:lnTo>
                    <a:pt x="1780365" y="450770"/>
                  </a:lnTo>
                  <a:lnTo>
                    <a:pt x="1758695" y="467868"/>
                  </a:lnTo>
                </a:path>
                <a:path w="1828800" h="467994">
                  <a:moveTo>
                    <a:pt x="1661159" y="91439"/>
                  </a:moveTo>
                  <a:lnTo>
                    <a:pt x="1663160" y="100822"/>
                  </a:lnTo>
                  <a:lnTo>
                    <a:pt x="1664589" y="110489"/>
                  </a:lnTo>
                  <a:lnTo>
                    <a:pt x="1665446" y="120157"/>
                  </a:lnTo>
                  <a:lnTo>
                    <a:pt x="1665732" y="129540"/>
                  </a:lnTo>
                </a:path>
                <a:path w="1828800" h="467994">
                  <a:moveTo>
                    <a:pt x="1214627" y="47243"/>
                  </a:moveTo>
                  <a:lnTo>
                    <a:pt x="1222057" y="34718"/>
                  </a:lnTo>
                  <a:lnTo>
                    <a:pt x="1230630" y="22479"/>
                  </a:lnTo>
                  <a:lnTo>
                    <a:pt x="1240345" y="10810"/>
                  </a:lnTo>
                  <a:lnTo>
                    <a:pt x="1251204" y="0"/>
                  </a:lnTo>
                </a:path>
                <a:path w="1828800" h="467994">
                  <a:moveTo>
                    <a:pt x="880872" y="70103"/>
                  </a:moveTo>
                  <a:lnTo>
                    <a:pt x="883705" y="59816"/>
                  </a:lnTo>
                  <a:lnTo>
                    <a:pt x="887539" y="49530"/>
                  </a:lnTo>
                  <a:lnTo>
                    <a:pt x="892230" y="39243"/>
                  </a:lnTo>
                  <a:lnTo>
                    <a:pt x="897635" y="28956"/>
                  </a:lnTo>
                </a:path>
                <a:path w="1828800" h="467994">
                  <a:moveTo>
                    <a:pt x="487680" y="85343"/>
                  </a:moveTo>
                  <a:lnTo>
                    <a:pt x="504515" y="93892"/>
                  </a:lnTo>
                  <a:lnTo>
                    <a:pt x="520636" y="103441"/>
                  </a:lnTo>
                  <a:lnTo>
                    <a:pt x="535900" y="113847"/>
                  </a:lnTo>
                  <a:lnTo>
                    <a:pt x="550163" y="124968"/>
                  </a:lnTo>
                </a:path>
                <a:path w="1828800" h="467994">
                  <a:moveTo>
                    <a:pt x="10667" y="400812"/>
                  </a:moveTo>
                  <a:lnTo>
                    <a:pt x="7500" y="390525"/>
                  </a:lnTo>
                  <a:lnTo>
                    <a:pt x="4762" y="380238"/>
                  </a:lnTo>
                  <a:lnTo>
                    <a:pt x="2309" y="369951"/>
                  </a:lnTo>
                  <a:lnTo>
                    <a:pt x="0" y="359664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35965BAC-6C18-06BE-1254-37E1A016D932}"/>
                </a:ext>
              </a:extLst>
            </p:cNvPr>
            <p:cNvSpPr/>
            <p:nvPr/>
          </p:nvSpPr>
          <p:spPr>
            <a:xfrm>
              <a:off x="55484" y="1248524"/>
              <a:ext cx="2087245" cy="1119505"/>
            </a:xfrm>
            <a:custGeom>
              <a:avLst/>
              <a:gdLst/>
              <a:ahLst/>
              <a:cxnLst/>
              <a:rect l="l" t="t" r="r" b="b"/>
              <a:pathLst>
                <a:path w="2087245" h="1119505">
                  <a:moveTo>
                    <a:pt x="1076688" y="1119393"/>
                  </a:moveTo>
                  <a:lnTo>
                    <a:pt x="1025057" y="1117338"/>
                  </a:lnTo>
                  <a:lnTo>
                    <a:pt x="973215" y="1109103"/>
                  </a:lnTo>
                  <a:lnTo>
                    <a:pt x="921399" y="1094315"/>
                  </a:lnTo>
                  <a:lnTo>
                    <a:pt x="874155" y="1073098"/>
                  </a:lnTo>
                  <a:lnTo>
                    <a:pt x="832626" y="1045881"/>
                  </a:lnTo>
                  <a:lnTo>
                    <a:pt x="797955" y="1013091"/>
                  </a:lnTo>
                  <a:lnTo>
                    <a:pt x="752780" y="1030063"/>
                  </a:lnTo>
                  <a:lnTo>
                    <a:pt x="706049" y="1042188"/>
                  </a:lnTo>
                  <a:lnTo>
                    <a:pt x="658366" y="1049571"/>
                  </a:lnTo>
                  <a:lnTo>
                    <a:pt x="610333" y="1052320"/>
                  </a:lnTo>
                  <a:lnTo>
                    <a:pt x="562555" y="1050538"/>
                  </a:lnTo>
                  <a:lnTo>
                    <a:pt x="515634" y="1044333"/>
                  </a:lnTo>
                  <a:lnTo>
                    <a:pt x="470173" y="1033809"/>
                  </a:lnTo>
                  <a:lnTo>
                    <a:pt x="426776" y="1019074"/>
                  </a:lnTo>
                  <a:lnTo>
                    <a:pt x="386046" y="1000232"/>
                  </a:lnTo>
                  <a:lnTo>
                    <a:pt x="348586" y="977390"/>
                  </a:lnTo>
                  <a:lnTo>
                    <a:pt x="315000" y="950653"/>
                  </a:lnTo>
                  <a:lnTo>
                    <a:pt x="282843" y="917079"/>
                  </a:lnTo>
                  <a:lnTo>
                    <a:pt x="282843" y="915555"/>
                  </a:lnTo>
                  <a:lnTo>
                    <a:pt x="226194" y="914616"/>
                  </a:lnTo>
                  <a:lnTo>
                    <a:pt x="173566" y="903476"/>
                  </a:lnTo>
                  <a:lnTo>
                    <a:pt x="127204" y="883360"/>
                  </a:lnTo>
                  <a:lnTo>
                    <a:pt x="89351" y="855498"/>
                  </a:lnTo>
                  <a:lnTo>
                    <a:pt x="62251" y="821116"/>
                  </a:lnTo>
                  <a:lnTo>
                    <a:pt x="48147" y="781443"/>
                  </a:lnTo>
                  <a:lnTo>
                    <a:pt x="48385" y="747581"/>
                  </a:lnTo>
                  <a:lnTo>
                    <a:pt x="58053" y="715149"/>
                  </a:lnTo>
                  <a:lnTo>
                    <a:pt x="76864" y="685002"/>
                  </a:lnTo>
                  <a:lnTo>
                    <a:pt x="104535" y="657999"/>
                  </a:lnTo>
                  <a:lnTo>
                    <a:pt x="59944" y="632683"/>
                  </a:lnTo>
                  <a:lnTo>
                    <a:pt x="27206" y="600764"/>
                  </a:lnTo>
                  <a:lnTo>
                    <a:pt x="6999" y="564273"/>
                  </a:lnTo>
                  <a:lnTo>
                    <a:pt x="0" y="525241"/>
                  </a:lnTo>
                  <a:lnTo>
                    <a:pt x="6886" y="485702"/>
                  </a:lnTo>
                  <a:lnTo>
                    <a:pt x="28335" y="447687"/>
                  </a:lnTo>
                  <a:lnTo>
                    <a:pt x="58696" y="418659"/>
                  </a:lnTo>
                  <a:lnTo>
                    <a:pt x="96343" y="396061"/>
                  </a:lnTo>
                  <a:lnTo>
                    <a:pt x="139991" y="380607"/>
                  </a:lnTo>
                  <a:lnTo>
                    <a:pt x="188355" y="373011"/>
                  </a:lnTo>
                  <a:lnTo>
                    <a:pt x="189879" y="368439"/>
                  </a:lnTo>
                  <a:lnTo>
                    <a:pt x="186948" y="329944"/>
                  </a:lnTo>
                  <a:lnTo>
                    <a:pt x="205666" y="256832"/>
                  </a:lnTo>
                  <a:lnTo>
                    <a:pt x="226162" y="223330"/>
                  </a:lnTo>
                  <a:lnTo>
                    <a:pt x="253315" y="192607"/>
                  </a:lnTo>
                  <a:lnTo>
                    <a:pt x="286549" y="165222"/>
                  </a:lnTo>
                  <a:lnTo>
                    <a:pt x="325288" y="141733"/>
                  </a:lnTo>
                  <a:lnTo>
                    <a:pt x="368955" y="122697"/>
                  </a:lnTo>
                  <a:lnTo>
                    <a:pt x="416974" y="108671"/>
                  </a:lnTo>
                  <a:lnTo>
                    <a:pt x="468771" y="100215"/>
                  </a:lnTo>
                  <a:lnTo>
                    <a:pt x="523468" y="98762"/>
                  </a:lnTo>
                  <a:lnTo>
                    <a:pt x="577165" y="103453"/>
                  </a:lnTo>
                  <a:lnTo>
                    <a:pt x="628862" y="114145"/>
                  </a:lnTo>
                  <a:lnTo>
                    <a:pt x="677559" y="130695"/>
                  </a:lnTo>
                  <a:lnTo>
                    <a:pt x="706619" y="99101"/>
                  </a:lnTo>
                  <a:lnTo>
                    <a:pt x="742591" y="73116"/>
                  </a:lnTo>
                  <a:lnTo>
                    <a:pt x="784099" y="53060"/>
                  </a:lnTo>
                  <a:lnTo>
                    <a:pt x="829768" y="39255"/>
                  </a:lnTo>
                  <a:lnTo>
                    <a:pt x="878224" y="32022"/>
                  </a:lnTo>
                  <a:lnTo>
                    <a:pt x="928090" y="31682"/>
                  </a:lnTo>
                  <a:lnTo>
                    <a:pt x="977992" y="38558"/>
                  </a:lnTo>
                  <a:lnTo>
                    <a:pt x="1026555" y="52971"/>
                  </a:lnTo>
                  <a:lnTo>
                    <a:pt x="1071989" y="76116"/>
                  </a:lnTo>
                  <a:lnTo>
                    <a:pt x="1085991" y="84975"/>
                  </a:lnTo>
                  <a:lnTo>
                    <a:pt x="1112485" y="55183"/>
                  </a:lnTo>
                  <a:lnTo>
                    <a:pt x="1146417" y="31390"/>
                  </a:lnTo>
                  <a:lnTo>
                    <a:pt x="1186081" y="13995"/>
                  </a:lnTo>
                  <a:lnTo>
                    <a:pt x="1229771" y="3399"/>
                  </a:lnTo>
                  <a:lnTo>
                    <a:pt x="1275780" y="0"/>
                  </a:lnTo>
                  <a:lnTo>
                    <a:pt x="1322402" y="4198"/>
                  </a:lnTo>
                  <a:lnTo>
                    <a:pt x="1367931" y="16395"/>
                  </a:lnTo>
                  <a:lnTo>
                    <a:pt x="1408507" y="35635"/>
                  </a:lnTo>
                  <a:lnTo>
                    <a:pt x="1441083" y="60591"/>
                  </a:lnTo>
                  <a:lnTo>
                    <a:pt x="1480596" y="33741"/>
                  </a:lnTo>
                  <a:lnTo>
                    <a:pt x="1525973" y="14675"/>
                  </a:lnTo>
                  <a:lnTo>
                    <a:pt x="1575243" y="3527"/>
                  </a:lnTo>
                  <a:lnTo>
                    <a:pt x="1626433" y="430"/>
                  </a:lnTo>
                  <a:lnTo>
                    <a:pt x="1677569" y="5518"/>
                  </a:lnTo>
                  <a:lnTo>
                    <a:pt x="1726679" y="18923"/>
                  </a:lnTo>
                  <a:lnTo>
                    <a:pt x="1771791" y="40779"/>
                  </a:lnTo>
                  <a:lnTo>
                    <a:pt x="1823416" y="85927"/>
                  </a:lnTo>
                  <a:lnTo>
                    <a:pt x="1851039" y="141363"/>
                  </a:lnTo>
                  <a:lnTo>
                    <a:pt x="1906191" y="157554"/>
                  </a:lnTo>
                  <a:lnTo>
                    <a:pt x="1953373" y="181689"/>
                  </a:lnTo>
                  <a:lnTo>
                    <a:pt x="1991518" y="212382"/>
                  </a:lnTo>
                  <a:lnTo>
                    <a:pt x="2019558" y="248247"/>
                  </a:lnTo>
                  <a:lnTo>
                    <a:pt x="2036429" y="287898"/>
                  </a:lnTo>
                  <a:lnTo>
                    <a:pt x="2041063" y="329948"/>
                  </a:lnTo>
                  <a:lnTo>
                    <a:pt x="2032395" y="373011"/>
                  </a:lnTo>
                  <a:lnTo>
                    <a:pt x="2029847" y="378750"/>
                  </a:lnTo>
                  <a:lnTo>
                    <a:pt x="2020203" y="397395"/>
                  </a:lnTo>
                  <a:lnTo>
                    <a:pt x="2051728" y="433528"/>
                  </a:lnTo>
                  <a:lnTo>
                    <a:pt x="2073269" y="472194"/>
                  </a:lnTo>
                  <a:lnTo>
                    <a:pt x="2085001" y="512428"/>
                  </a:lnTo>
                  <a:lnTo>
                    <a:pt x="2087100" y="553265"/>
                  </a:lnTo>
                  <a:lnTo>
                    <a:pt x="2079741" y="593738"/>
                  </a:lnTo>
                  <a:lnTo>
                    <a:pt x="2063100" y="632881"/>
                  </a:lnTo>
                  <a:lnTo>
                    <a:pt x="2037353" y="669729"/>
                  </a:lnTo>
                  <a:lnTo>
                    <a:pt x="2002676" y="703315"/>
                  </a:lnTo>
                  <a:lnTo>
                    <a:pt x="1959243" y="732675"/>
                  </a:lnTo>
                  <a:lnTo>
                    <a:pt x="1924714" y="749463"/>
                  </a:lnTo>
                  <a:lnTo>
                    <a:pt x="1887615" y="762964"/>
                  </a:lnTo>
                  <a:lnTo>
                    <a:pt x="1848229" y="772751"/>
                  </a:lnTo>
                  <a:lnTo>
                    <a:pt x="1806843" y="778395"/>
                  </a:lnTo>
                  <a:lnTo>
                    <a:pt x="1800666" y="819546"/>
                  </a:lnTo>
                  <a:lnTo>
                    <a:pt x="1784006" y="857857"/>
                  </a:lnTo>
                  <a:lnTo>
                    <a:pt x="1757953" y="892489"/>
                  </a:lnTo>
                  <a:lnTo>
                    <a:pt x="1723594" y="922603"/>
                  </a:lnTo>
                  <a:lnTo>
                    <a:pt x="1682020" y="947359"/>
                  </a:lnTo>
                  <a:lnTo>
                    <a:pt x="1634321" y="965918"/>
                  </a:lnTo>
                  <a:lnTo>
                    <a:pt x="1581585" y="977440"/>
                  </a:lnTo>
                  <a:lnTo>
                    <a:pt x="1524903" y="981087"/>
                  </a:lnTo>
                  <a:lnTo>
                    <a:pt x="1487279" y="979110"/>
                  </a:lnTo>
                  <a:lnTo>
                    <a:pt x="1450227" y="973276"/>
                  </a:lnTo>
                  <a:lnTo>
                    <a:pt x="1414317" y="963727"/>
                  </a:lnTo>
                  <a:lnTo>
                    <a:pt x="1380123" y="950607"/>
                  </a:lnTo>
                  <a:lnTo>
                    <a:pt x="1360788" y="986811"/>
                  </a:lnTo>
                  <a:lnTo>
                    <a:pt x="1334439" y="1019321"/>
                  </a:lnTo>
                  <a:lnTo>
                    <a:pt x="1301928" y="1047826"/>
                  </a:lnTo>
                  <a:lnTo>
                    <a:pt x="1264104" y="1072015"/>
                  </a:lnTo>
                  <a:lnTo>
                    <a:pt x="1221817" y="1091577"/>
                  </a:lnTo>
                  <a:lnTo>
                    <a:pt x="1175919" y="1106201"/>
                  </a:lnTo>
                  <a:lnTo>
                    <a:pt x="1127259" y="1115577"/>
                  </a:lnTo>
                  <a:lnTo>
                    <a:pt x="1076688" y="11193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D3613200-3034-E971-B726-2A1D7F18B23E}"/>
                </a:ext>
              </a:extLst>
            </p:cNvPr>
            <p:cNvSpPr/>
            <p:nvPr/>
          </p:nvSpPr>
          <p:spPr>
            <a:xfrm>
              <a:off x="55484" y="1248524"/>
              <a:ext cx="2087245" cy="1119505"/>
            </a:xfrm>
            <a:custGeom>
              <a:avLst/>
              <a:gdLst/>
              <a:ahLst/>
              <a:cxnLst/>
              <a:rect l="l" t="t" r="r" b="b"/>
              <a:pathLst>
                <a:path w="2087245" h="1119505">
                  <a:moveTo>
                    <a:pt x="189879" y="368439"/>
                  </a:moveTo>
                  <a:lnTo>
                    <a:pt x="186948" y="329944"/>
                  </a:lnTo>
                  <a:lnTo>
                    <a:pt x="205666" y="256832"/>
                  </a:lnTo>
                  <a:lnTo>
                    <a:pt x="226162" y="223330"/>
                  </a:lnTo>
                  <a:lnTo>
                    <a:pt x="253315" y="192607"/>
                  </a:lnTo>
                  <a:lnTo>
                    <a:pt x="286549" y="165222"/>
                  </a:lnTo>
                  <a:lnTo>
                    <a:pt x="325288" y="141733"/>
                  </a:lnTo>
                  <a:lnTo>
                    <a:pt x="368955" y="122697"/>
                  </a:lnTo>
                  <a:lnTo>
                    <a:pt x="416974" y="108671"/>
                  </a:lnTo>
                  <a:lnTo>
                    <a:pt x="468771" y="100215"/>
                  </a:lnTo>
                  <a:lnTo>
                    <a:pt x="523468" y="98762"/>
                  </a:lnTo>
                  <a:lnTo>
                    <a:pt x="577165" y="103453"/>
                  </a:lnTo>
                  <a:lnTo>
                    <a:pt x="628862" y="114145"/>
                  </a:lnTo>
                  <a:lnTo>
                    <a:pt x="677559" y="130695"/>
                  </a:lnTo>
                  <a:lnTo>
                    <a:pt x="706619" y="99101"/>
                  </a:lnTo>
                  <a:lnTo>
                    <a:pt x="742591" y="73116"/>
                  </a:lnTo>
                  <a:lnTo>
                    <a:pt x="784099" y="53060"/>
                  </a:lnTo>
                  <a:lnTo>
                    <a:pt x="829768" y="39255"/>
                  </a:lnTo>
                  <a:lnTo>
                    <a:pt x="878224" y="32022"/>
                  </a:lnTo>
                  <a:lnTo>
                    <a:pt x="928090" y="31682"/>
                  </a:lnTo>
                  <a:lnTo>
                    <a:pt x="977992" y="38558"/>
                  </a:lnTo>
                  <a:lnTo>
                    <a:pt x="1026555" y="52971"/>
                  </a:lnTo>
                  <a:lnTo>
                    <a:pt x="1071989" y="76116"/>
                  </a:lnTo>
                  <a:lnTo>
                    <a:pt x="1085991" y="84975"/>
                  </a:lnTo>
                  <a:lnTo>
                    <a:pt x="1112485" y="55183"/>
                  </a:lnTo>
                  <a:lnTo>
                    <a:pt x="1146417" y="31390"/>
                  </a:lnTo>
                  <a:lnTo>
                    <a:pt x="1186081" y="13995"/>
                  </a:lnTo>
                  <a:lnTo>
                    <a:pt x="1229771" y="3399"/>
                  </a:lnTo>
                  <a:lnTo>
                    <a:pt x="1275780" y="0"/>
                  </a:lnTo>
                  <a:lnTo>
                    <a:pt x="1322402" y="4198"/>
                  </a:lnTo>
                  <a:lnTo>
                    <a:pt x="1367931" y="16395"/>
                  </a:lnTo>
                  <a:lnTo>
                    <a:pt x="1408507" y="35635"/>
                  </a:lnTo>
                  <a:lnTo>
                    <a:pt x="1441083" y="60591"/>
                  </a:lnTo>
                  <a:lnTo>
                    <a:pt x="1480596" y="33741"/>
                  </a:lnTo>
                  <a:lnTo>
                    <a:pt x="1525973" y="14675"/>
                  </a:lnTo>
                  <a:lnTo>
                    <a:pt x="1575243" y="3527"/>
                  </a:lnTo>
                  <a:lnTo>
                    <a:pt x="1626433" y="430"/>
                  </a:lnTo>
                  <a:lnTo>
                    <a:pt x="1677569" y="5518"/>
                  </a:lnTo>
                  <a:lnTo>
                    <a:pt x="1726679" y="18923"/>
                  </a:lnTo>
                  <a:lnTo>
                    <a:pt x="1771791" y="40779"/>
                  </a:lnTo>
                  <a:lnTo>
                    <a:pt x="1823416" y="85927"/>
                  </a:lnTo>
                  <a:lnTo>
                    <a:pt x="1851039" y="141363"/>
                  </a:lnTo>
                  <a:lnTo>
                    <a:pt x="1906191" y="157554"/>
                  </a:lnTo>
                  <a:lnTo>
                    <a:pt x="1953373" y="181689"/>
                  </a:lnTo>
                  <a:lnTo>
                    <a:pt x="1991518" y="212382"/>
                  </a:lnTo>
                  <a:lnTo>
                    <a:pt x="2019558" y="248247"/>
                  </a:lnTo>
                  <a:lnTo>
                    <a:pt x="2036429" y="287898"/>
                  </a:lnTo>
                  <a:lnTo>
                    <a:pt x="2041063" y="329948"/>
                  </a:lnTo>
                  <a:lnTo>
                    <a:pt x="2032395" y="373011"/>
                  </a:lnTo>
                  <a:lnTo>
                    <a:pt x="2029847" y="378750"/>
                  </a:lnTo>
                  <a:lnTo>
                    <a:pt x="2026870" y="384631"/>
                  </a:lnTo>
                  <a:lnTo>
                    <a:pt x="2023608" y="390799"/>
                  </a:lnTo>
                  <a:lnTo>
                    <a:pt x="2020203" y="397395"/>
                  </a:lnTo>
                  <a:lnTo>
                    <a:pt x="2051728" y="433528"/>
                  </a:lnTo>
                  <a:lnTo>
                    <a:pt x="2073269" y="472194"/>
                  </a:lnTo>
                  <a:lnTo>
                    <a:pt x="2085001" y="512428"/>
                  </a:lnTo>
                  <a:lnTo>
                    <a:pt x="2087100" y="553265"/>
                  </a:lnTo>
                  <a:lnTo>
                    <a:pt x="2079741" y="593738"/>
                  </a:lnTo>
                  <a:lnTo>
                    <a:pt x="2063100" y="632881"/>
                  </a:lnTo>
                  <a:lnTo>
                    <a:pt x="2037353" y="669729"/>
                  </a:lnTo>
                  <a:lnTo>
                    <a:pt x="2002676" y="703315"/>
                  </a:lnTo>
                  <a:lnTo>
                    <a:pt x="1959243" y="732675"/>
                  </a:lnTo>
                  <a:lnTo>
                    <a:pt x="1924714" y="749463"/>
                  </a:lnTo>
                  <a:lnTo>
                    <a:pt x="1887615" y="762964"/>
                  </a:lnTo>
                  <a:lnTo>
                    <a:pt x="1848229" y="772751"/>
                  </a:lnTo>
                  <a:lnTo>
                    <a:pt x="1806843" y="778395"/>
                  </a:lnTo>
                  <a:lnTo>
                    <a:pt x="1800666" y="819546"/>
                  </a:lnTo>
                  <a:lnTo>
                    <a:pt x="1784006" y="857857"/>
                  </a:lnTo>
                  <a:lnTo>
                    <a:pt x="1757953" y="892489"/>
                  </a:lnTo>
                  <a:lnTo>
                    <a:pt x="1723594" y="922603"/>
                  </a:lnTo>
                  <a:lnTo>
                    <a:pt x="1682020" y="947359"/>
                  </a:lnTo>
                  <a:lnTo>
                    <a:pt x="1634321" y="965918"/>
                  </a:lnTo>
                  <a:lnTo>
                    <a:pt x="1581585" y="977440"/>
                  </a:lnTo>
                  <a:lnTo>
                    <a:pt x="1524903" y="981087"/>
                  </a:lnTo>
                  <a:lnTo>
                    <a:pt x="1487279" y="979110"/>
                  </a:lnTo>
                  <a:lnTo>
                    <a:pt x="1450227" y="973276"/>
                  </a:lnTo>
                  <a:lnTo>
                    <a:pt x="1414317" y="963727"/>
                  </a:lnTo>
                  <a:lnTo>
                    <a:pt x="1380123" y="950607"/>
                  </a:lnTo>
                  <a:lnTo>
                    <a:pt x="1360788" y="986811"/>
                  </a:lnTo>
                  <a:lnTo>
                    <a:pt x="1334439" y="1019321"/>
                  </a:lnTo>
                  <a:lnTo>
                    <a:pt x="1301928" y="1047826"/>
                  </a:lnTo>
                  <a:lnTo>
                    <a:pt x="1264104" y="1072015"/>
                  </a:lnTo>
                  <a:lnTo>
                    <a:pt x="1221817" y="1091577"/>
                  </a:lnTo>
                  <a:lnTo>
                    <a:pt x="1175919" y="1106201"/>
                  </a:lnTo>
                  <a:lnTo>
                    <a:pt x="1127259" y="1115577"/>
                  </a:lnTo>
                  <a:lnTo>
                    <a:pt x="1076688" y="1119393"/>
                  </a:lnTo>
                  <a:lnTo>
                    <a:pt x="1025057" y="1117338"/>
                  </a:lnTo>
                  <a:lnTo>
                    <a:pt x="973215" y="1109103"/>
                  </a:lnTo>
                  <a:lnTo>
                    <a:pt x="921399" y="1094315"/>
                  </a:lnTo>
                  <a:lnTo>
                    <a:pt x="874155" y="1073098"/>
                  </a:lnTo>
                  <a:lnTo>
                    <a:pt x="832626" y="1045881"/>
                  </a:lnTo>
                  <a:lnTo>
                    <a:pt x="797955" y="1013091"/>
                  </a:lnTo>
                  <a:lnTo>
                    <a:pt x="752780" y="1030063"/>
                  </a:lnTo>
                  <a:lnTo>
                    <a:pt x="706049" y="1042188"/>
                  </a:lnTo>
                  <a:lnTo>
                    <a:pt x="658366" y="1049571"/>
                  </a:lnTo>
                  <a:lnTo>
                    <a:pt x="610333" y="1052320"/>
                  </a:lnTo>
                  <a:lnTo>
                    <a:pt x="562555" y="1050538"/>
                  </a:lnTo>
                  <a:lnTo>
                    <a:pt x="515634" y="1044333"/>
                  </a:lnTo>
                  <a:lnTo>
                    <a:pt x="470173" y="1033809"/>
                  </a:lnTo>
                  <a:lnTo>
                    <a:pt x="426776" y="1019074"/>
                  </a:lnTo>
                  <a:lnTo>
                    <a:pt x="386046" y="1000232"/>
                  </a:lnTo>
                  <a:lnTo>
                    <a:pt x="348586" y="977390"/>
                  </a:lnTo>
                  <a:lnTo>
                    <a:pt x="315000" y="950653"/>
                  </a:lnTo>
                  <a:lnTo>
                    <a:pt x="285891" y="920127"/>
                  </a:lnTo>
                  <a:lnTo>
                    <a:pt x="284367" y="918603"/>
                  </a:lnTo>
                  <a:lnTo>
                    <a:pt x="282843" y="917079"/>
                  </a:lnTo>
                  <a:lnTo>
                    <a:pt x="282843" y="915555"/>
                  </a:lnTo>
                  <a:lnTo>
                    <a:pt x="226194" y="914616"/>
                  </a:lnTo>
                  <a:lnTo>
                    <a:pt x="173566" y="903476"/>
                  </a:lnTo>
                  <a:lnTo>
                    <a:pt x="127204" y="883360"/>
                  </a:lnTo>
                  <a:lnTo>
                    <a:pt x="89351" y="855498"/>
                  </a:lnTo>
                  <a:lnTo>
                    <a:pt x="62251" y="821116"/>
                  </a:lnTo>
                  <a:lnTo>
                    <a:pt x="48147" y="781443"/>
                  </a:lnTo>
                  <a:lnTo>
                    <a:pt x="48385" y="747581"/>
                  </a:lnTo>
                  <a:lnTo>
                    <a:pt x="58053" y="715149"/>
                  </a:lnTo>
                  <a:lnTo>
                    <a:pt x="76864" y="685002"/>
                  </a:lnTo>
                  <a:lnTo>
                    <a:pt x="104535" y="657999"/>
                  </a:lnTo>
                  <a:lnTo>
                    <a:pt x="59944" y="632683"/>
                  </a:lnTo>
                  <a:lnTo>
                    <a:pt x="27206" y="600764"/>
                  </a:lnTo>
                  <a:lnTo>
                    <a:pt x="6999" y="564273"/>
                  </a:lnTo>
                  <a:lnTo>
                    <a:pt x="0" y="525241"/>
                  </a:lnTo>
                  <a:lnTo>
                    <a:pt x="6886" y="485702"/>
                  </a:lnTo>
                  <a:lnTo>
                    <a:pt x="28335" y="447687"/>
                  </a:lnTo>
                  <a:lnTo>
                    <a:pt x="58696" y="418659"/>
                  </a:lnTo>
                  <a:lnTo>
                    <a:pt x="96343" y="396061"/>
                  </a:lnTo>
                  <a:lnTo>
                    <a:pt x="139991" y="380607"/>
                  </a:lnTo>
                  <a:lnTo>
                    <a:pt x="188355" y="373011"/>
                  </a:lnTo>
                  <a:lnTo>
                    <a:pt x="189879" y="368439"/>
                  </a:lnTo>
                  <a:close/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9DC3631D-68B2-EABF-3C92-BE73BA2772BF}"/>
                </a:ext>
              </a:extLst>
            </p:cNvPr>
            <p:cNvSpPr/>
            <p:nvPr/>
          </p:nvSpPr>
          <p:spPr>
            <a:xfrm>
              <a:off x="161544" y="1306067"/>
              <a:ext cx="1912620" cy="952500"/>
            </a:xfrm>
            <a:custGeom>
              <a:avLst/>
              <a:gdLst/>
              <a:ahLst/>
              <a:cxnLst/>
              <a:rect l="l" t="t" r="r" b="b"/>
              <a:pathLst>
                <a:path w="1912620" h="952500">
                  <a:moveTo>
                    <a:pt x="121920" y="617220"/>
                  </a:moveTo>
                  <a:lnTo>
                    <a:pt x="90011" y="617529"/>
                  </a:lnTo>
                  <a:lnTo>
                    <a:pt x="58674" y="613981"/>
                  </a:lnTo>
                  <a:lnTo>
                    <a:pt x="28479" y="606718"/>
                  </a:lnTo>
                  <a:lnTo>
                    <a:pt x="0" y="595884"/>
                  </a:lnTo>
                </a:path>
                <a:path w="1912620" h="952500">
                  <a:moveTo>
                    <a:pt x="230124" y="842772"/>
                  </a:moveTo>
                  <a:lnTo>
                    <a:pt x="217289" y="846796"/>
                  </a:lnTo>
                  <a:lnTo>
                    <a:pt x="204025" y="849820"/>
                  </a:lnTo>
                  <a:lnTo>
                    <a:pt x="190476" y="851987"/>
                  </a:lnTo>
                  <a:lnTo>
                    <a:pt x="176784" y="853440"/>
                  </a:lnTo>
                </a:path>
                <a:path w="1912620" h="952500">
                  <a:moveTo>
                    <a:pt x="690372" y="952500"/>
                  </a:moveTo>
                  <a:lnTo>
                    <a:pt x="681513" y="941070"/>
                  </a:lnTo>
                  <a:lnTo>
                    <a:pt x="673227" y="929640"/>
                  </a:lnTo>
                  <a:lnTo>
                    <a:pt x="665511" y="918210"/>
                  </a:lnTo>
                  <a:lnTo>
                    <a:pt x="658368" y="906780"/>
                  </a:lnTo>
                </a:path>
                <a:path w="1912620" h="952500">
                  <a:moveTo>
                    <a:pt x="1287780" y="839724"/>
                  </a:moveTo>
                  <a:lnTo>
                    <a:pt x="1285208" y="852273"/>
                  </a:lnTo>
                  <a:lnTo>
                    <a:pt x="1282065" y="864679"/>
                  </a:lnTo>
                  <a:lnTo>
                    <a:pt x="1278350" y="876800"/>
                  </a:lnTo>
                  <a:lnTo>
                    <a:pt x="1274063" y="888492"/>
                  </a:lnTo>
                </a:path>
                <a:path w="1912620" h="952500">
                  <a:moveTo>
                    <a:pt x="1542287" y="533400"/>
                  </a:moveTo>
                  <a:lnTo>
                    <a:pt x="1596213" y="558576"/>
                  </a:lnTo>
                  <a:lnTo>
                    <a:pt x="1640116" y="591068"/>
                  </a:lnTo>
                  <a:lnTo>
                    <a:pt x="1672754" y="629412"/>
                  </a:lnTo>
                  <a:lnTo>
                    <a:pt x="1692883" y="672144"/>
                  </a:lnTo>
                  <a:lnTo>
                    <a:pt x="1699260" y="717804"/>
                  </a:lnTo>
                </a:path>
                <a:path w="1912620" h="952500">
                  <a:moveTo>
                    <a:pt x="1912620" y="336804"/>
                  </a:moveTo>
                  <a:lnTo>
                    <a:pt x="1899523" y="356520"/>
                  </a:lnTo>
                  <a:lnTo>
                    <a:pt x="1883282" y="374523"/>
                  </a:lnTo>
                  <a:lnTo>
                    <a:pt x="1864185" y="390810"/>
                  </a:lnTo>
                  <a:lnTo>
                    <a:pt x="1842515" y="405384"/>
                  </a:lnTo>
                </a:path>
                <a:path w="1912620" h="952500">
                  <a:moveTo>
                    <a:pt x="1744979" y="79248"/>
                  </a:moveTo>
                  <a:lnTo>
                    <a:pt x="1746980" y="87272"/>
                  </a:lnTo>
                  <a:lnTo>
                    <a:pt x="1748409" y="95440"/>
                  </a:lnTo>
                  <a:lnTo>
                    <a:pt x="1749266" y="103893"/>
                  </a:lnTo>
                  <a:lnTo>
                    <a:pt x="1749552" y="112776"/>
                  </a:lnTo>
                </a:path>
                <a:path w="1912620" h="952500">
                  <a:moveTo>
                    <a:pt x="1298447" y="41148"/>
                  </a:moveTo>
                  <a:lnTo>
                    <a:pt x="1305877" y="30003"/>
                  </a:lnTo>
                  <a:lnTo>
                    <a:pt x="1314450" y="19431"/>
                  </a:lnTo>
                  <a:lnTo>
                    <a:pt x="1324165" y="9429"/>
                  </a:lnTo>
                  <a:lnTo>
                    <a:pt x="1335024" y="0"/>
                  </a:lnTo>
                </a:path>
                <a:path w="1912620" h="952500">
                  <a:moveTo>
                    <a:pt x="964692" y="60960"/>
                  </a:moveTo>
                  <a:lnTo>
                    <a:pt x="967525" y="51839"/>
                  </a:lnTo>
                  <a:lnTo>
                    <a:pt x="971359" y="42862"/>
                  </a:lnTo>
                  <a:lnTo>
                    <a:pt x="976050" y="34170"/>
                  </a:lnTo>
                  <a:lnTo>
                    <a:pt x="981455" y="25908"/>
                  </a:lnTo>
                </a:path>
                <a:path w="1912620" h="952500">
                  <a:moveTo>
                    <a:pt x="571500" y="73152"/>
                  </a:moveTo>
                  <a:lnTo>
                    <a:pt x="588335" y="81200"/>
                  </a:lnTo>
                  <a:lnTo>
                    <a:pt x="604456" y="89535"/>
                  </a:lnTo>
                  <a:lnTo>
                    <a:pt x="619720" y="98440"/>
                  </a:lnTo>
                  <a:lnTo>
                    <a:pt x="633983" y="108204"/>
                  </a:lnTo>
                </a:path>
                <a:path w="1912620" h="952500">
                  <a:moveTo>
                    <a:pt x="94488" y="347472"/>
                  </a:moveTo>
                  <a:lnTo>
                    <a:pt x="91320" y="338328"/>
                  </a:lnTo>
                  <a:lnTo>
                    <a:pt x="88582" y="329184"/>
                  </a:lnTo>
                  <a:lnTo>
                    <a:pt x="86129" y="320040"/>
                  </a:lnTo>
                  <a:lnTo>
                    <a:pt x="83820" y="310896"/>
                  </a:lnTo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91627F-7E6F-330B-2A0A-A5499B3780FB}"/>
              </a:ext>
            </a:extLst>
          </p:cNvPr>
          <p:cNvSpPr txBox="1"/>
          <p:nvPr/>
        </p:nvSpPr>
        <p:spPr>
          <a:xfrm>
            <a:off x="1126157" y="957525"/>
            <a:ext cx="1516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7437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1CD6F-ED78-623F-0E67-942B46ED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82" y="-43767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2" name="Flowchart: Process 128">
            <a:extLst>
              <a:ext uri="{FF2B5EF4-FFF2-40B4-BE49-F238E27FC236}">
                <a16:creationId xmlns:a16="http://schemas.microsoft.com/office/drawing/2014/main" id="{33D4E419-07F4-A68B-B891-FF1BFF863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198" y="1102709"/>
            <a:ext cx="1722438" cy="3665538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Esp32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microcontroller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Flowchart: Process 130">
            <a:extLst>
              <a:ext uri="{FF2B5EF4-FFF2-40B4-BE49-F238E27FC236}">
                <a16:creationId xmlns:a16="http://schemas.microsoft.com/office/drawing/2014/main" id="{E665103E-70CE-9EE0-1CA7-22B5336AC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390" y="1217968"/>
            <a:ext cx="1647110" cy="465138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Heart rate sensor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Flowchart: Process 132">
            <a:extLst>
              <a:ext uri="{FF2B5EF4-FFF2-40B4-BE49-F238E27FC236}">
                <a16:creationId xmlns:a16="http://schemas.microsoft.com/office/drawing/2014/main" id="{9DC9104B-BA46-153B-1BB0-341E12D5F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823" y="2147888"/>
            <a:ext cx="1647110" cy="449263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Temperature sensor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135">
            <a:extLst>
              <a:ext uri="{FF2B5EF4-FFF2-40B4-BE49-F238E27FC236}">
                <a16:creationId xmlns:a16="http://schemas.microsoft.com/office/drawing/2014/main" id="{92689E8B-91A4-72C2-8082-2E85FCA5D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823" y="2966848"/>
            <a:ext cx="1608138" cy="503238"/>
          </a:xfrm>
          <a:prstGeom prst="rect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MQ Series gas sensor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Flowchart: Process 136">
            <a:extLst>
              <a:ext uri="{FF2B5EF4-FFF2-40B4-BE49-F238E27FC236}">
                <a16:creationId xmlns:a16="http://schemas.microsoft.com/office/drawing/2014/main" id="{725EF6FE-28FF-3005-B16C-3DA93E1F0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91" y="3811587"/>
            <a:ext cx="1608138" cy="449263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Push button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Flowchart: Process 137">
            <a:extLst>
              <a:ext uri="{FF2B5EF4-FFF2-40B4-BE49-F238E27FC236}">
                <a16:creationId xmlns:a16="http://schemas.microsoft.com/office/drawing/2014/main" id="{D93A3075-C444-5B51-316E-57DCD990D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622" y="2618392"/>
            <a:ext cx="1806575" cy="600075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Command center monitoring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Flowchart: Process 139">
            <a:extLst>
              <a:ext uri="{FF2B5EF4-FFF2-40B4-BE49-F238E27FC236}">
                <a16:creationId xmlns:a16="http://schemas.microsoft.com/office/drawing/2014/main" id="{08BFCF66-CEC3-6818-69ED-F8F75FA2C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025" y="3442812"/>
            <a:ext cx="1882775" cy="347662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GPS NEO 6M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Flowchart: Process 140">
            <a:extLst>
              <a:ext uri="{FF2B5EF4-FFF2-40B4-BE49-F238E27FC236}">
                <a16:creationId xmlns:a16="http://schemas.microsoft.com/office/drawing/2014/main" id="{85BF1651-AFD5-1D3F-8E5C-9BAD841F8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025" y="4141857"/>
            <a:ext cx="1897063" cy="38100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OLED Display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Flowchart: Process 144">
            <a:extLst>
              <a:ext uri="{FF2B5EF4-FFF2-40B4-BE49-F238E27FC236}">
                <a16:creationId xmlns:a16="http://schemas.microsoft.com/office/drawing/2014/main" id="{1B92C011-F3D6-728B-7112-E9EFF02ED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7069" y="2014131"/>
            <a:ext cx="1660525" cy="346075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 storage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Flowchart: Process 145">
            <a:extLst>
              <a:ext uri="{FF2B5EF4-FFF2-40B4-BE49-F238E27FC236}">
                <a16:creationId xmlns:a16="http://schemas.microsoft.com/office/drawing/2014/main" id="{BC20D84F-769C-0131-0B37-B9C3C1B78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9585" y="1120281"/>
            <a:ext cx="1625600" cy="566737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SIM MODULE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(GSM/4G)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Flowchart: Process 147">
            <a:extLst>
              <a:ext uri="{FF2B5EF4-FFF2-40B4-BE49-F238E27FC236}">
                <a16:creationId xmlns:a16="http://schemas.microsoft.com/office/drawing/2014/main" id="{4385229C-3F9B-1F7B-8034-623625FD0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5029200"/>
            <a:ext cx="1502229" cy="587829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AI/ML Processing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(Emotion detection)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977E0A69-9E51-046F-C2CC-7BC240EE6CBB}"/>
              </a:ext>
            </a:extLst>
          </p:cNvPr>
          <p:cNvSpPr/>
          <p:nvPr/>
        </p:nvSpPr>
        <p:spPr>
          <a:xfrm>
            <a:off x="6817856" y="4775123"/>
            <a:ext cx="234950" cy="25407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E8730779-256D-60EB-87A4-D0563E985D74}"/>
              </a:ext>
            </a:extLst>
          </p:cNvPr>
          <p:cNvSpPr/>
          <p:nvPr/>
        </p:nvSpPr>
        <p:spPr>
          <a:xfrm>
            <a:off x="7813387" y="3587719"/>
            <a:ext cx="699135" cy="17399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A2CD481-A86D-C16C-28E7-9759CC7D0EF6}"/>
              </a:ext>
            </a:extLst>
          </p:cNvPr>
          <p:cNvSpPr/>
          <p:nvPr/>
        </p:nvSpPr>
        <p:spPr>
          <a:xfrm>
            <a:off x="5199037" y="2302446"/>
            <a:ext cx="677545" cy="1352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C43E931-E7FF-A220-C481-1A407E444520}"/>
              </a:ext>
            </a:extLst>
          </p:cNvPr>
          <p:cNvSpPr/>
          <p:nvPr/>
        </p:nvSpPr>
        <p:spPr>
          <a:xfrm>
            <a:off x="5199037" y="3095635"/>
            <a:ext cx="618490" cy="1352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EFD328A-21AB-8D1D-D6E8-7C420A1F65B5}"/>
              </a:ext>
            </a:extLst>
          </p:cNvPr>
          <p:cNvSpPr/>
          <p:nvPr/>
        </p:nvSpPr>
        <p:spPr>
          <a:xfrm>
            <a:off x="7829579" y="2135574"/>
            <a:ext cx="638175" cy="1270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34639E69-90FA-4FDF-5FD0-601C0168BB2F}"/>
              </a:ext>
            </a:extLst>
          </p:cNvPr>
          <p:cNvSpPr/>
          <p:nvPr/>
        </p:nvSpPr>
        <p:spPr>
          <a:xfrm>
            <a:off x="6817856" y="689451"/>
            <a:ext cx="173990" cy="33845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63D4F68A-5ECF-B369-416E-023608EA4892}"/>
              </a:ext>
            </a:extLst>
          </p:cNvPr>
          <p:cNvSpPr/>
          <p:nvPr/>
        </p:nvSpPr>
        <p:spPr>
          <a:xfrm>
            <a:off x="9340587" y="1741463"/>
            <a:ext cx="184150" cy="21145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0F1CB30D-755A-95AF-9344-AEFC502E59FD}"/>
              </a:ext>
            </a:extLst>
          </p:cNvPr>
          <p:cNvSpPr/>
          <p:nvPr/>
        </p:nvSpPr>
        <p:spPr>
          <a:xfrm>
            <a:off x="9340587" y="2409327"/>
            <a:ext cx="211455" cy="21145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0B7D1841-5A6D-D4F0-133E-7327C474D223}"/>
              </a:ext>
            </a:extLst>
          </p:cNvPr>
          <p:cNvSpPr/>
          <p:nvPr/>
        </p:nvSpPr>
        <p:spPr>
          <a:xfrm>
            <a:off x="7825874" y="4232775"/>
            <a:ext cx="617855" cy="1778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9B1E4877-98A6-D75F-2869-10DFCEF58A7F}"/>
              </a:ext>
            </a:extLst>
          </p:cNvPr>
          <p:cNvSpPr/>
          <p:nvPr/>
        </p:nvSpPr>
        <p:spPr>
          <a:xfrm>
            <a:off x="7858154" y="2842090"/>
            <a:ext cx="609600" cy="15875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57" name="Rectangle 66">
            <a:extLst>
              <a:ext uri="{FF2B5EF4-FFF2-40B4-BE49-F238E27FC236}">
                <a16:creationId xmlns:a16="http://schemas.microsoft.com/office/drawing/2014/main" id="{0E08C07C-9FAE-61E1-E879-48EF4B65D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132" y="365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8" name="Rectangle 67">
            <a:extLst>
              <a:ext uri="{FF2B5EF4-FFF2-40B4-BE49-F238E27FC236}">
                <a16:creationId xmlns:a16="http://schemas.microsoft.com/office/drawing/2014/main" id="{E01F8BA3-6C77-0645-7485-137568272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557" y="82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80">
            <a:extLst>
              <a:ext uri="{FF2B5EF4-FFF2-40B4-BE49-F238E27FC236}">
                <a16:creationId xmlns:a16="http://schemas.microsoft.com/office/drawing/2014/main" id="{8D3620F0-1A37-B012-CE91-1EE24E9EF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132" y="8223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69B66FD4-6A23-5C59-2C34-E33A30390EB8}"/>
              </a:ext>
            </a:extLst>
          </p:cNvPr>
          <p:cNvSpPr/>
          <p:nvPr/>
        </p:nvSpPr>
        <p:spPr>
          <a:xfrm>
            <a:off x="5223588" y="1353191"/>
            <a:ext cx="677545" cy="1352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BA33E283-F96A-B2D7-E031-AD1B89163D80}"/>
              </a:ext>
            </a:extLst>
          </p:cNvPr>
          <p:cNvSpPr/>
          <p:nvPr/>
        </p:nvSpPr>
        <p:spPr>
          <a:xfrm>
            <a:off x="5199037" y="3977903"/>
            <a:ext cx="677545" cy="1352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" name="Flowchart: Process 136">
            <a:extLst>
              <a:ext uri="{FF2B5EF4-FFF2-40B4-BE49-F238E27FC236}">
                <a16:creationId xmlns:a16="http://schemas.microsoft.com/office/drawing/2014/main" id="{41210CDE-70A1-AC3B-0FC7-20B81C47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1198"/>
            <a:ext cx="1587500" cy="449263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Buck converter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lowchart: Process 130">
            <a:extLst>
              <a:ext uri="{FF2B5EF4-FFF2-40B4-BE49-F238E27FC236}">
                <a16:creationId xmlns:a16="http://schemas.microsoft.com/office/drawing/2014/main" id="{1E4F7017-66AE-3021-9D80-D2D686118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91" y="246677"/>
            <a:ext cx="1664716" cy="592885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4EA72E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Power supply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469F8C5-1DE5-37A9-5FB5-AE2F4EAA621A}"/>
              </a:ext>
            </a:extLst>
          </p:cNvPr>
          <p:cNvSpPr/>
          <p:nvPr/>
        </p:nvSpPr>
        <p:spPr>
          <a:xfrm>
            <a:off x="5223588" y="422705"/>
            <a:ext cx="677545" cy="1352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87FFC-DD6A-3608-A05E-833F6272FDDB}"/>
              </a:ext>
            </a:extLst>
          </p:cNvPr>
          <p:cNvSpPr txBox="1"/>
          <p:nvPr/>
        </p:nvSpPr>
        <p:spPr>
          <a:xfrm>
            <a:off x="2133600" y="5897459"/>
            <a:ext cx="935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Block diagram of Soldier Health Monitoring and Position Tracking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28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69C0-1AD3-2952-74B8-BB07D29B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/>
                <a:cs typeface="Times New Roman"/>
              </a:rPr>
              <a:t>This</a:t>
            </a:r>
            <a:r>
              <a:rPr lang="en-US" sz="1800" spc="130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system</a:t>
            </a:r>
            <a:r>
              <a:rPr lang="en-US" sz="1800" spc="125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is</a:t>
            </a:r>
            <a:r>
              <a:rPr lang="en-US" sz="1800" spc="135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designed</a:t>
            </a:r>
            <a:r>
              <a:rPr lang="en-US" sz="1800" spc="120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to</a:t>
            </a:r>
            <a:r>
              <a:rPr lang="en-US" sz="1800" spc="125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monitor</a:t>
            </a:r>
            <a:r>
              <a:rPr lang="en-US" sz="1800" spc="125" dirty="0">
                <a:latin typeface="Times New Roman"/>
                <a:cs typeface="Times New Roman"/>
              </a:rPr>
              <a:t>  </a:t>
            </a:r>
            <a:r>
              <a:rPr lang="en-US" sz="1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Soldier health and position tracking </a:t>
            </a:r>
            <a:r>
              <a:rPr lang="en-US" sz="1800" dirty="0">
                <a:latin typeface="Times New Roman"/>
                <a:cs typeface="Times New Roman"/>
              </a:rPr>
              <a:t>using</a:t>
            </a:r>
            <a:r>
              <a:rPr lang="en-US" sz="1800" spc="125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various</a:t>
            </a:r>
            <a:r>
              <a:rPr lang="en-US" sz="1800" spc="125" dirty="0">
                <a:latin typeface="Times New Roman"/>
                <a:cs typeface="Times New Roman"/>
              </a:rPr>
              <a:t>  </a:t>
            </a:r>
            <a:r>
              <a:rPr lang="en-US" sz="1800" dirty="0">
                <a:latin typeface="Times New Roman"/>
                <a:cs typeface="Times New Roman"/>
              </a:rPr>
              <a:t>sensors</a:t>
            </a:r>
            <a:r>
              <a:rPr lang="en-US" sz="1800" spc="130" dirty="0">
                <a:latin typeface="Times New Roman"/>
                <a:cs typeface="Times New Roman"/>
              </a:rPr>
              <a:t>  </a:t>
            </a:r>
            <a:r>
              <a:rPr lang="en-US" sz="1800" spc="-25" dirty="0">
                <a:latin typeface="Times New Roman"/>
                <a:cs typeface="Times New Roman"/>
              </a:rPr>
              <a:t>and </a:t>
            </a:r>
            <a:r>
              <a:rPr lang="en-US" sz="1800" dirty="0">
                <a:latin typeface="Times New Roman"/>
                <a:cs typeface="Times New Roman"/>
              </a:rPr>
              <a:t>communication</a:t>
            </a:r>
            <a:r>
              <a:rPr lang="en-US" sz="1800" spc="4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modules.</a:t>
            </a:r>
            <a:r>
              <a:rPr lang="en-US" sz="1800" spc="4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4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ESP32</a:t>
            </a:r>
            <a:r>
              <a:rPr lang="en-US" sz="1800" spc="4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microcontroller</a:t>
            </a:r>
            <a:r>
              <a:rPr lang="en-US" sz="1800" spc="4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acts</a:t>
            </a:r>
            <a:r>
              <a:rPr lang="en-US" sz="1800" spc="4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as</a:t>
            </a:r>
            <a:r>
              <a:rPr lang="en-US" sz="1800" spc="4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4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central</a:t>
            </a:r>
            <a:r>
              <a:rPr lang="en-US" sz="1800" spc="4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processing</a:t>
            </a:r>
            <a:r>
              <a:rPr lang="en-US" sz="1800" spc="4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unit</a:t>
            </a:r>
            <a:r>
              <a:rPr lang="en-US" sz="1800" spc="4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that</a:t>
            </a:r>
            <a:r>
              <a:rPr lang="en-US" sz="1800" spc="4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integrates</a:t>
            </a:r>
            <a:r>
              <a:rPr lang="en-US" sz="1800" spc="434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all </a:t>
            </a:r>
            <a:r>
              <a:rPr lang="en-US" sz="1800" spc="-10" dirty="0">
                <a:latin typeface="Times New Roman"/>
                <a:cs typeface="Times New Roman"/>
              </a:rPr>
              <a:t>components.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CDCB-A937-7D16-0A6E-0F1038E44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ESP32 – Dev KitC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Dev Kit C collects sensor and GPS data, then wirelessly transmits a soldier’s health and location information in real time.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pulse sensor monitors a soldier's heart rate in real time to assess physical condition and detect signs of stress or fatigue.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 DHT11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DHT11 sensor monitors a soldier's body temperature and ambient humidity to help assess health status and environmental conditions.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GPS Module NEO 6M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NEO-6M GPS module delivers precise real-time location data for accurate soldier position tracking and navigation.</a:t>
            </a:r>
          </a:p>
          <a:p>
            <a:pPr marL="0" indent="0" algn="just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5)GSM SIM800L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SIM800L GSM module enables wireless communication by sending health alerts and location data via calls, SMS, or GPRS in real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96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456A2-9EE9-E33B-895C-7E0D39237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598714"/>
            <a:ext cx="10863943" cy="606334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Push button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momentary contact switch allows soldiers to manually trigger emergency alerts and transmit their location instantly for rapid assistance.</a:t>
            </a:r>
          </a:p>
          <a:p>
            <a:pPr marL="0" indent="0" algn="just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OLED Display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OLED display provides real-time visual feedback of a soldier’s vital signs, location, and system status directly on the device</a:t>
            </a:r>
          </a:p>
          <a:p>
            <a:pPr marL="0" indent="0" algn="just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MQ Series Gas detector</a:t>
            </a:r>
          </a:p>
          <a:p>
            <a:pPr marL="0" indent="0" algn="just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detector sensors monitor hazardous gas levels around soldiers to ensure safety by detecting toxic or combustible gases in real time.</a:t>
            </a:r>
          </a:p>
          <a:p>
            <a:pPr marL="0" indent="0" algn="just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9) Buck converter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buck converter efficiently regulates and steps down battery voltage to power the soldier’s monitoring and tracking electronics reliably.</a:t>
            </a:r>
          </a:p>
          <a:p>
            <a:pPr marL="0" indent="0" algn="just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10) Connecting Wires/Breadboard/PCB </a:t>
            </a:r>
          </a:p>
          <a:p>
            <a:pPr marL="0" indent="0" algn="just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breadboard power supply module provides stable 3.3V or 5V regulated power to the soldier’s health monitoring and tracking system components during development and testing.</a:t>
            </a:r>
          </a:p>
          <a:p>
            <a:pPr marL="0" indent="0" algn="just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11)Power Adaptor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adaptor converts AC mains power into stable low-voltage DC to reliably power the soldier’s health monitoring and tracking system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r>
              <a:rPr lang="en-IN" sz="6400" b="1" dirty="0"/>
              <a:t>12) Arduino IDE </a:t>
            </a:r>
          </a:p>
          <a:p>
            <a:pPr marL="0" indent="0">
              <a:buNone/>
            </a:pPr>
            <a:r>
              <a:rPr lang="en-US" sz="7200" dirty="0"/>
              <a:t>The Arduino IDE is a beginner-friendly, open-source software used to write, compile, and upload code to Arduino boards across multiple platforms.</a:t>
            </a:r>
            <a:endParaRPr lang="en-IN" sz="7200" b="1" dirty="0"/>
          </a:p>
          <a:p>
            <a:pPr marL="0" indent="0">
              <a:buNone/>
            </a:pPr>
            <a:endParaRPr lang="en-US" sz="72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77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83B0-2A8A-CD10-A517-E27EFE02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B440-5097-98B7-FE83-0AB71EBC9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ESP32 – Dev KitC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Dev Kit C is a compact, dual-core microcontroller board with built-in Wi-Fi and Bluetooth, offering versatile GPIOs and integrated peripherals for IoT and embedded applications.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Dual-core 32-bit LX6 CPU (160-240 MHz).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4MB Flash, 520KB SRAM.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39 GPIO pins with ADC, DAC, PWM, touch, RTC.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Built-in Wi-Fi (2.4 GHz) and Bluetooth (BLE).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UART, SPI, I2C communication.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Powered via Micro-USB, 3.3V/5V outputs.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747C84-6B0B-F586-1101-ACAA02533F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75715" y="3222171"/>
            <a:ext cx="3844880" cy="2090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A31E54-CAA5-A921-6265-2A37B93EC181}"/>
              </a:ext>
            </a:extLst>
          </p:cNvPr>
          <p:cNvSpPr txBox="1"/>
          <p:nvPr/>
        </p:nvSpPr>
        <p:spPr>
          <a:xfrm>
            <a:off x="7990114" y="53752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ESP32 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840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C0AC77F-FB57-53A6-1BE2-EE26A2D9C4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2600" y="363845"/>
            <a:ext cx="11709400" cy="678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2.Pulse Sensor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Description 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pulse sensor uses PPG technology with a green LED and photodetector to monitor heart rate by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detecting blood volume changes in the skin.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Specifications: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Uses photoplethysmography (PPG) technology.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Bright green LED (around 520 nm wavelength).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Photodetector measures reflected/transmitted light.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Detects blood volume changes with each heartbeat.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Outputs a pulsatile waveform corresponding to cardiac cycles.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3.Temperature Sensor DHT11: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Description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DHT11 digitally measures temperature and humidity with simple, reliable output.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Specifications: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Temperature: 0–50°C, ±2°C accuracy.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Humidity: 20–90%, ±5% accuracy.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Digital output via single-wire interface.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Updates data every 2 seconds.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Uses capacitive humidity sensor and thermistor.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27834-716C-AA26-3AC1-CA7DE6DC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076" y="1521243"/>
            <a:ext cx="2171700" cy="151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ED7A70-9D1A-0689-54BF-0E6CEC47EE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481" y="4351497"/>
            <a:ext cx="3303259" cy="19705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FD8464-6ACC-AE95-D945-3935753B20FF}"/>
              </a:ext>
            </a:extLst>
          </p:cNvPr>
          <p:cNvSpPr txBox="1"/>
          <p:nvPr/>
        </p:nvSpPr>
        <p:spPr>
          <a:xfrm>
            <a:off x="7047875" y="3065932"/>
            <a:ext cx="2013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pulse sensor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1D391-766C-EB36-8716-4E70DBDC60C1}"/>
              </a:ext>
            </a:extLst>
          </p:cNvPr>
          <p:cNvSpPr txBox="1"/>
          <p:nvPr/>
        </p:nvSpPr>
        <p:spPr>
          <a:xfrm>
            <a:off x="7047875" y="61373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temperature sensor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95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7BDB3-26C7-F429-702A-E74A773DE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28600"/>
            <a:ext cx="11569700" cy="61595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4.GPS Module NEO 6M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Description: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NEO-6M is a GPS module that provides accurate real-time location data with low power use.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Specifications: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±2.5 meters.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NMEA data format output.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signal acquisition.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operation.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communication.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5.GSM SIM800L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Description: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SIM800L is a GSM/GPRS module that enables SMS, calling, and data transmission over mobile networks.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Specifications: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Quad-band: 850/900/1800/1900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MHz.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SMS (text &amp; PDU) and voice calls.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communication with AT commands.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TCP/IP stack for GPRS.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temp range: -40°C to +85°C.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0A292-7FBF-B7B1-B9AD-D364262F4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857" y="1995170"/>
            <a:ext cx="3016885" cy="1318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84523-1318-90F9-37F0-FD48421FE1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652384" y="4421050"/>
            <a:ext cx="1847215" cy="16934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419225-8533-BB98-BB7A-184572CEDE89}"/>
              </a:ext>
            </a:extLst>
          </p:cNvPr>
          <p:cNvSpPr txBox="1"/>
          <p:nvPr/>
        </p:nvSpPr>
        <p:spPr>
          <a:xfrm>
            <a:off x="7472521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GPS Module NEO 6M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65B03-F8A7-04B9-2394-EA05709A37BE}"/>
              </a:ext>
            </a:extLst>
          </p:cNvPr>
          <p:cNvSpPr txBox="1"/>
          <p:nvPr/>
        </p:nvSpPr>
        <p:spPr>
          <a:xfrm>
            <a:off x="7472521" y="6329164"/>
            <a:ext cx="678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GSM SIM800L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97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3AF0-0AE8-42BB-5AEE-CEFCBA83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508000"/>
            <a:ext cx="10807700" cy="5668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Push button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Description: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Push button manually triggers emergency alerts.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Specifications: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Momentary, normally-open switch.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via ESP32 GPIO.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Interrupt-based signal activation.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Tactile and glove-friendly operation.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OLED Display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real-time data visually.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Specifications: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I2C or SPI communication.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backlight; uses self-lit pixels.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contrast and low power usage.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lightweight form factor.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text, graphics, and sensor data.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 descr="A black square object with a black button&#10;&#10;AI-generated content may be incorrect.">
            <a:extLst>
              <a:ext uri="{FF2B5EF4-FFF2-40B4-BE49-F238E27FC236}">
                <a16:creationId xmlns:a16="http://schemas.microsoft.com/office/drawing/2014/main" id="{9DB5EC10-D075-69B4-5558-6DF0B9126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20547" y="932776"/>
            <a:ext cx="2795905" cy="2226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small blue electronic device&#10;&#10;AI-generated content may be incorrect.">
            <a:extLst>
              <a:ext uri="{FF2B5EF4-FFF2-40B4-BE49-F238E27FC236}">
                <a16:creationId xmlns:a16="http://schemas.microsoft.com/office/drawing/2014/main" id="{A29A1550-053C-9153-7B02-CC83B17C7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037" y="3858352"/>
            <a:ext cx="3062923" cy="21974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BB46CD-9450-D531-A740-12B6E1E0AB73}"/>
              </a:ext>
            </a:extLst>
          </p:cNvPr>
          <p:cNvSpPr txBox="1"/>
          <p:nvPr/>
        </p:nvSpPr>
        <p:spPr>
          <a:xfrm>
            <a:off x="7937499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Push Button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E7B96-7952-97F6-0776-BE34B7BA64B5}"/>
              </a:ext>
            </a:extLst>
          </p:cNvPr>
          <p:cNvSpPr txBox="1"/>
          <p:nvPr/>
        </p:nvSpPr>
        <p:spPr>
          <a:xfrm>
            <a:off x="7937499" y="6165334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8: OLED Display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774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E1DB8-81C9-B7AA-4006-86489431B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203200"/>
            <a:ext cx="11379200" cy="6451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MQ Series Gas detector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various harmful gases in real-time using MOS technology with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digital output.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Specifications: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5V DC with built-in heating element (200–300°C).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gases like LPG, smoke, methane, CO, and hydrogen.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output; some models also support digital output.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range varies by model (e.g., MQ-2: 300–10,000 ppm).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and easy to integrate into electronic systems.</a:t>
            </a:r>
          </a:p>
          <a:p>
            <a:pPr marL="0" indent="0">
              <a:buNone/>
            </a:pP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Buck converter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Description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Steps down DC voltage efficiently using high-frequency switching.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Specifications: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high input voltage to lower regulated output.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ranges from 80% to 95%.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50 kHz to 2 MHz switching frequency.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PWM and feedback for voltage control.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MOSFET, inductor, diode, and capacitors.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6C3EB9-4387-D21C-7937-7F65C11B7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700" y="990600"/>
            <a:ext cx="32512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D8366A-81D3-5E61-DBB9-115458EE3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300" y="3962401"/>
            <a:ext cx="2209800" cy="21691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ECD381-6BBC-8FFC-690C-012FEDDF0CDF}"/>
              </a:ext>
            </a:extLst>
          </p:cNvPr>
          <p:cNvSpPr txBox="1"/>
          <p:nvPr/>
        </p:nvSpPr>
        <p:spPr>
          <a:xfrm>
            <a:off x="9258300" y="2875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9: Gas detector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38B66-5BEA-3B04-C739-00DC21D3E246}"/>
              </a:ext>
            </a:extLst>
          </p:cNvPr>
          <p:cNvSpPr txBox="1"/>
          <p:nvPr/>
        </p:nvSpPr>
        <p:spPr>
          <a:xfrm>
            <a:off x="9350829" y="6023848"/>
            <a:ext cx="65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Fig10: Buck Converter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90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E206A-4F28-F615-8B2B-3C197303B3A2}"/>
              </a:ext>
            </a:extLst>
          </p:cNvPr>
          <p:cNvSpPr txBox="1"/>
          <p:nvPr/>
        </p:nvSpPr>
        <p:spPr>
          <a:xfrm>
            <a:off x="317500" y="792500"/>
            <a:ext cx="117601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10) Connecting Wires/Breadboard/PCB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compact module that provides regulated 5V or 3.3V power to breadboards or PCBs via USB or DC input.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DC input via barrel jack (5.5mm x 2.1mm) or USB.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selectable 5V or 3.3V output using jumpers.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on/off switch and power indicator 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voltage to both breadboard rails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header pins for easy connection to breadboard or PCB.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11)Power Adaptor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device that converts high-voltage AC to low-voltage DC for powering electronics.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110–240V AC.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Regulated low-voltage DC.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Switch-mode or linear.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85–92% (switch-mode).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and lightweight design.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1204CC-4695-A5F9-A96A-F8B46E7A6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877" y="4343400"/>
            <a:ext cx="1945323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E95416-F093-A3D7-E9A8-D0D2719E4F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44542" y="1721167"/>
            <a:ext cx="3601357" cy="14792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837594-576B-B0B1-82F5-96806251DF0C}"/>
              </a:ext>
            </a:extLst>
          </p:cNvPr>
          <p:cNvSpPr txBox="1"/>
          <p:nvPr/>
        </p:nvSpPr>
        <p:spPr>
          <a:xfrm>
            <a:off x="8826500" y="34729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11: Bread Board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E350C-2E58-4B50-6A01-80E321BBD56D}"/>
              </a:ext>
            </a:extLst>
          </p:cNvPr>
          <p:cNvSpPr txBox="1"/>
          <p:nvPr/>
        </p:nvSpPr>
        <p:spPr>
          <a:xfrm>
            <a:off x="8891814" y="6311900"/>
            <a:ext cx="6645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12: Power Adaptor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385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DAD0FE-7388-626B-84DF-0DE89E02B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657" y="414338"/>
            <a:ext cx="11277599" cy="5910262"/>
          </a:xfrm>
        </p:spPr>
        <p:txBody>
          <a:bodyPr>
            <a:normAutofit/>
          </a:bodyPr>
          <a:lstStyle/>
          <a:p>
            <a:pPr algn="l"/>
            <a:endParaRPr lang="en-IN" sz="1800" dirty="0"/>
          </a:p>
          <a:p>
            <a:pPr algn="l"/>
            <a:r>
              <a:rPr lang="en-IN" sz="2800" b="1" dirty="0">
                <a:latin typeface="Times New Roman"/>
                <a:cs typeface="Times New Roman"/>
              </a:rPr>
              <a:t>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oftware</a:t>
            </a:r>
            <a:r>
              <a:rPr lang="en-IN" sz="28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</a:p>
          <a:p>
            <a:pPr marL="457200" indent="-457200" algn="l"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open-source software used to write, compile, and upload code to Arduino boards.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Windows, macOS, and Linux platforms.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multiple Arduino boards (Uno, Mega, etc.).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Java with built-in libraries and functions.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for beginners and non-programmers.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code editing, debugging, and serial communication.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IN" b="1" dirty="0"/>
          </a:p>
          <a:p>
            <a:pPr algn="l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30273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CD5E36-4A01-2DE0-48B5-07489FDED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0"/>
            <a:ext cx="11607800" cy="6642100"/>
          </a:xfrm>
        </p:spPr>
        <p:txBody>
          <a:bodyPr/>
          <a:lstStyle/>
          <a:p>
            <a:pPr algn="l"/>
            <a:endParaRPr lang="en-IN" dirty="0"/>
          </a:p>
          <a:p>
            <a:pPr algn="l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</a:t>
            </a:r>
          </a:p>
          <a:p>
            <a:pPr algn="l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/>
          </a:p>
          <a:p>
            <a:pPr algn="l"/>
            <a:r>
              <a:rPr lang="en-IN" dirty="0"/>
              <a:t> </a:t>
            </a:r>
          </a:p>
        </p:txBody>
      </p:sp>
      <p:pic>
        <p:nvPicPr>
          <p:cNvPr id="1030" name="Picture 45">
            <a:extLst>
              <a:ext uri="{FF2B5EF4-FFF2-40B4-BE49-F238E27FC236}">
                <a16:creationId xmlns:a16="http://schemas.microsoft.com/office/drawing/2014/main" id="{A46D190F-2E2C-61E6-664A-CB0F6DBAD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62893" y="305594"/>
            <a:ext cx="3759200" cy="530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46">
            <a:extLst>
              <a:ext uri="{FF2B5EF4-FFF2-40B4-BE49-F238E27FC236}">
                <a16:creationId xmlns:a16="http://schemas.microsoft.com/office/drawing/2014/main" id="{F4BDF53C-B8A4-E1D9-36B9-B44875560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1079499"/>
            <a:ext cx="4813299" cy="375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242FEE-905B-502C-C26B-2E92E08E3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1905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772B5-4CC1-9AA5-601B-EF69B82D9D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1905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pic>
        <p:nvPicPr>
          <p:cNvPr id="1025" name="Picture 52">
            <a:extLst>
              <a:ext uri="{FF2B5EF4-FFF2-40B4-BE49-F238E27FC236}">
                <a16:creationId xmlns:a16="http://schemas.microsoft.com/office/drawing/2014/main" id="{0A793E0F-9D84-926B-9835-6F8E369F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21750"/>
            <a:ext cx="200025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4A313DAC-C15B-6095-66E3-75E2A43396A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49362" y="5151673"/>
            <a:ext cx="529590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13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Circuit connection of components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C3083FED-CAEE-91C5-AB76-6213428F6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743" y="5270497"/>
            <a:ext cx="25892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:Serial monitor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0A6F6611-A896-2FE4-B1B6-A5E2344FD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937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DE5B63E6-9104-5427-3DC8-CF5C9FBD8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64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20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 storage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62A2E143-A80A-E128-1AD9-A96A45BED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07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 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21:SMS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968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13CD7-97B3-420C-AE85-9DE9A7C97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500" y="266700"/>
            <a:ext cx="11468100" cy="6311900"/>
          </a:xfrm>
        </p:spPr>
        <p:txBody>
          <a:bodyPr/>
          <a:lstStyle/>
          <a:p>
            <a:pPr algn="l"/>
            <a:r>
              <a:rPr lang="en-IN" dirty="0"/>
              <a:t>   </a:t>
            </a:r>
          </a:p>
          <a:p>
            <a:pPr algn="l"/>
            <a:r>
              <a:rPr lang="en-IN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BB7E5-409A-AE9B-4FFD-7812AAF399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-127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IN"/>
          </a:p>
        </p:txBody>
      </p:sp>
      <p:pic>
        <p:nvPicPr>
          <p:cNvPr id="2050" name="Picture 50">
            <a:extLst>
              <a:ext uri="{FF2B5EF4-FFF2-40B4-BE49-F238E27FC236}">
                <a16:creationId xmlns:a16="http://schemas.microsoft.com/office/drawing/2014/main" id="{A4BA4837-3B6A-D5DD-3BE4-6413411B2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1066800"/>
            <a:ext cx="520700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52">
            <a:extLst>
              <a:ext uri="{FF2B5EF4-FFF2-40B4-BE49-F238E27FC236}">
                <a16:creationId xmlns:a16="http://schemas.microsoft.com/office/drawing/2014/main" id="{6DF95A7D-6C0E-58F2-55B6-30D764A6A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1066800"/>
            <a:ext cx="492760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10F336-772B-3450-934E-2D8B86071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7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4DDFF-8BEE-7D6A-3C5C-DD8C56BAB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7493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944D7-199C-2370-9187-E4EF50F6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5360313"/>
            <a:ext cx="419735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15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      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591DF0-580F-2838-B1F6-3C45F8572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1325" y="5606534"/>
            <a:ext cx="32337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146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CA28BD-7C5F-353F-879F-49B363896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215900"/>
            <a:ext cx="11480800" cy="6324600"/>
          </a:xfrm>
        </p:spPr>
        <p:txBody>
          <a:bodyPr/>
          <a:lstStyle/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Health Monitoring.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Situational Awareness.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Emergency Response.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Hazard Detection.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Wellness Monitoring.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Consumption.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8EE130E-A2BB-3D52-D758-BAA554E243AC}"/>
              </a:ext>
            </a:extLst>
          </p:cNvPr>
          <p:cNvGrpSpPr/>
          <p:nvPr/>
        </p:nvGrpSpPr>
        <p:grpSpPr>
          <a:xfrm>
            <a:off x="355600" y="215900"/>
            <a:ext cx="1990725" cy="1224280"/>
            <a:chOff x="-5333" y="1227582"/>
            <a:chExt cx="1990725" cy="122428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1F86F95E-76C5-CC3A-8F1B-1E244EA0EA85}"/>
                </a:ext>
              </a:extLst>
            </p:cNvPr>
            <p:cNvSpPr/>
            <p:nvPr/>
          </p:nvSpPr>
          <p:spPr>
            <a:xfrm>
              <a:off x="0" y="1232916"/>
              <a:ext cx="1979930" cy="1213485"/>
            </a:xfrm>
            <a:custGeom>
              <a:avLst/>
              <a:gdLst/>
              <a:ahLst/>
              <a:cxnLst/>
              <a:rect l="l" t="t" r="r" b="b"/>
              <a:pathLst>
                <a:path w="1979930" h="1213485">
                  <a:moveTo>
                    <a:pt x="1373124" y="1213103"/>
                  </a:moveTo>
                  <a:lnTo>
                    <a:pt x="1373124" y="909828"/>
                  </a:lnTo>
                  <a:lnTo>
                    <a:pt x="0" y="909828"/>
                  </a:lnTo>
                  <a:lnTo>
                    <a:pt x="0" y="303275"/>
                  </a:lnTo>
                  <a:lnTo>
                    <a:pt x="1373124" y="303275"/>
                  </a:lnTo>
                  <a:lnTo>
                    <a:pt x="1373124" y="0"/>
                  </a:lnTo>
                  <a:lnTo>
                    <a:pt x="1979675" y="606551"/>
                  </a:lnTo>
                  <a:lnTo>
                    <a:pt x="1373124" y="121310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C0656E32-E30A-D2DD-DFF0-CF71F3FCFFC6}"/>
                </a:ext>
              </a:extLst>
            </p:cNvPr>
            <p:cNvSpPr/>
            <p:nvPr/>
          </p:nvSpPr>
          <p:spPr>
            <a:xfrm>
              <a:off x="0" y="1232916"/>
              <a:ext cx="1979930" cy="1213485"/>
            </a:xfrm>
            <a:custGeom>
              <a:avLst/>
              <a:gdLst/>
              <a:ahLst/>
              <a:cxnLst/>
              <a:rect l="l" t="t" r="r" b="b"/>
              <a:pathLst>
                <a:path w="1979930" h="1213485">
                  <a:moveTo>
                    <a:pt x="0" y="303275"/>
                  </a:moveTo>
                  <a:lnTo>
                    <a:pt x="1373124" y="303275"/>
                  </a:lnTo>
                  <a:lnTo>
                    <a:pt x="1373124" y="0"/>
                  </a:lnTo>
                  <a:lnTo>
                    <a:pt x="1979675" y="606551"/>
                  </a:lnTo>
                  <a:lnTo>
                    <a:pt x="1373124" y="1213103"/>
                  </a:lnTo>
                  <a:lnTo>
                    <a:pt x="1373124" y="909828"/>
                  </a:lnTo>
                  <a:lnTo>
                    <a:pt x="0" y="909828"/>
                  </a:lnTo>
                  <a:lnTo>
                    <a:pt x="0" y="303275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A386D2C-1EDA-24DE-0662-544B7EB04E73}"/>
                </a:ext>
              </a:extLst>
            </p:cNvPr>
            <p:cNvSpPr/>
            <p:nvPr/>
          </p:nvSpPr>
          <p:spPr>
            <a:xfrm>
              <a:off x="82296" y="1351788"/>
              <a:ext cx="1809114" cy="975360"/>
            </a:xfrm>
            <a:custGeom>
              <a:avLst/>
              <a:gdLst/>
              <a:ahLst/>
              <a:cxnLst/>
              <a:rect l="l" t="t" r="r" b="b"/>
              <a:pathLst>
                <a:path w="1809114" h="975360">
                  <a:moveTo>
                    <a:pt x="1321308" y="975360"/>
                  </a:moveTo>
                  <a:lnTo>
                    <a:pt x="1321308" y="731520"/>
                  </a:lnTo>
                  <a:lnTo>
                    <a:pt x="0" y="731520"/>
                  </a:lnTo>
                  <a:lnTo>
                    <a:pt x="0" y="243840"/>
                  </a:lnTo>
                  <a:lnTo>
                    <a:pt x="1321308" y="243840"/>
                  </a:lnTo>
                  <a:lnTo>
                    <a:pt x="1321308" y="0"/>
                  </a:lnTo>
                  <a:lnTo>
                    <a:pt x="1808987" y="487679"/>
                  </a:lnTo>
                  <a:lnTo>
                    <a:pt x="1321308" y="975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B534811A-36FA-64F4-C061-3B9156E9A3FA}"/>
                </a:ext>
              </a:extLst>
            </p:cNvPr>
            <p:cNvSpPr/>
            <p:nvPr/>
          </p:nvSpPr>
          <p:spPr>
            <a:xfrm>
              <a:off x="82296" y="1351788"/>
              <a:ext cx="1809114" cy="975360"/>
            </a:xfrm>
            <a:custGeom>
              <a:avLst/>
              <a:gdLst/>
              <a:ahLst/>
              <a:cxnLst/>
              <a:rect l="l" t="t" r="r" b="b"/>
              <a:pathLst>
                <a:path w="1809114" h="975360">
                  <a:moveTo>
                    <a:pt x="0" y="243840"/>
                  </a:moveTo>
                  <a:lnTo>
                    <a:pt x="1321308" y="243840"/>
                  </a:lnTo>
                  <a:lnTo>
                    <a:pt x="1321308" y="0"/>
                  </a:lnTo>
                  <a:lnTo>
                    <a:pt x="1808987" y="487679"/>
                  </a:lnTo>
                  <a:lnTo>
                    <a:pt x="1321308" y="975360"/>
                  </a:lnTo>
                  <a:lnTo>
                    <a:pt x="1321308" y="731520"/>
                  </a:lnTo>
                  <a:lnTo>
                    <a:pt x="0" y="731520"/>
                  </a:lnTo>
                  <a:lnTo>
                    <a:pt x="0" y="243840"/>
                  </a:lnTo>
                  <a:close/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A26C9EC-BD0D-9C05-1801-2DFDE6483379}"/>
              </a:ext>
            </a:extLst>
          </p:cNvPr>
          <p:cNvSpPr txBox="1"/>
          <p:nvPr/>
        </p:nvSpPr>
        <p:spPr>
          <a:xfrm>
            <a:off x="354709" y="636429"/>
            <a:ext cx="11974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Merits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367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6A2184-46D6-1DBB-4E50-3E8D8D1EB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457200"/>
            <a:ext cx="10833100" cy="5727700"/>
          </a:xfrm>
        </p:spPr>
        <p:txBody>
          <a:bodyPr/>
          <a:lstStyle/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 Patrol and Surveillance.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Forces Operations.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Simulation Exercises.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and Biological Warfare Environments.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High-Altitude Military Operations.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Desert Operations.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Relief Operations.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ACBEAB1-0B4B-9278-8E78-D041468649F8}"/>
              </a:ext>
            </a:extLst>
          </p:cNvPr>
          <p:cNvGrpSpPr/>
          <p:nvPr/>
        </p:nvGrpSpPr>
        <p:grpSpPr>
          <a:xfrm>
            <a:off x="774700" y="456982"/>
            <a:ext cx="1990725" cy="1224280"/>
            <a:chOff x="-5333" y="1227582"/>
            <a:chExt cx="1990725" cy="122428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5F811B40-128C-A6C2-342F-6991194C2E40}"/>
                </a:ext>
              </a:extLst>
            </p:cNvPr>
            <p:cNvSpPr/>
            <p:nvPr/>
          </p:nvSpPr>
          <p:spPr>
            <a:xfrm>
              <a:off x="0" y="1232916"/>
              <a:ext cx="1979930" cy="1213485"/>
            </a:xfrm>
            <a:custGeom>
              <a:avLst/>
              <a:gdLst/>
              <a:ahLst/>
              <a:cxnLst/>
              <a:rect l="l" t="t" r="r" b="b"/>
              <a:pathLst>
                <a:path w="1979930" h="1213485">
                  <a:moveTo>
                    <a:pt x="1373124" y="1213103"/>
                  </a:moveTo>
                  <a:lnTo>
                    <a:pt x="1373124" y="909828"/>
                  </a:lnTo>
                  <a:lnTo>
                    <a:pt x="0" y="909828"/>
                  </a:lnTo>
                  <a:lnTo>
                    <a:pt x="0" y="303275"/>
                  </a:lnTo>
                  <a:lnTo>
                    <a:pt x="1373124" y="303275"/>
                  </a:lnTo>
                  <a:lnTo>
                    <a:pt x="1373124" y="0"/>
                  </a:lnTo>
                  <a:lnTo>
                    <a:pt x="1979675" y="606551"/>
                  </a:lnTo>
                  <a:lnTo>
                    <a:pt x="1373124" y="121310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D7C0F13C-DE2B-CF51-A14E-0A1760EC491D}"/>
                </a:ext>
              </a:extLst>
            </p:cNvPr>
            <p:cNvSpPr/>
            <p:nvPr/>
          </p:nvSpPr>
          <p:spPr>
            <a:xfrm>
              <a:off x="0" y="1232916"/>
              <a:ext cx="1979930" cy="1213485"/>
            </a:xfrm>
            <a:custGeom>
              <a:avLst/>
              <a:gdLst/>
              <a:ahLst/>
              <a:cxnLst/>
              <a:rect l="l" t="t" r="r" b="b"/>
              <a:pathLst>
                <a:path w="1979930" h="1213485">
                  <a:moveTo>
                    <a:pt x="0" y="303275"/>
                  </a:moveTo>
                  <a:lnTo>
                    <a:pt x="1373124" y="303275"/>
                  </a:lnTo>
                  <a:lnTo>
                    <a:pt x="1373124" y="0"/>
                  </a:lnTo>
                  <a:lnTo>
                    <a:pt x="1979675" y="606551"/>
                  </a:lnTo>
                  <a:lnTo>
                    <a:pt x="1373124" y="1213103"/>
                  </a:lnTo>
                  <a:lnTo>
                    <a:pt x="1373124" y="909828"/>
                  </a:lnTo>
                  <a:lnTo>
                    <a:pt x="0" y="909828"/>
                  </a:lnTo>
                  <a:lnTo>
                    <a:pt x="0" y="303275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C09823FD-B250-41F4-DF2C-CC9E8A85B5CA}"/>
                </a:ext>
              </a:extLst>
            </p:cNvPr>
            <p:cNvSpPr/>
            <p:nvPr/>
          </p:nvSpPr>
          <p:spPr>
            <a:xfrm>
              <a:off x="82296" y="1351788"/>
              <a:ext cx="1809114" cy="975360"/>
            </a:xfrm>
            <a:custGeom>
              <a:avLst/>
              <a:gdLst/>
              <a:ahLst/>
              <a:cxnLst/>
              <a:rect l="l" t="t" r="r" b="b"/>
              <a:pathLst>
                <a:path w="1809114" h="975360">
                  <a:moveTo>
                    <a:pt x="1321308" y="975360"/>
                  </a:moveTo>
                  <a:lnTo>
                    <a:pt x="1321308" y="731520"/>
                  </a:lnTo>
                  <a:lnTo>
                    <a:pt x="0" y="731520"/>
                  </a:lnTo>
                  <a:lnTo>
                    <a:pt x="0" y="243840"/>
                  </a:lnTo>
                  <a:lnTo>
                    <a:pt x="1321308" y="243840"/>
                  </a:lnTo>
                  <a:lnTo>
                    <a:pt x="1321308" y="0"/>
                  </a:lnTo>
                  <a:lnTo>
                    <a:pt x="1808987" y="487679"/>
                  </a:lnTo>
                  <a:lnTo>
                    <a:pt x="1321308" y="975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0CFA9D8-8232-4E72-605A-723D6900D939}"/>
                </a:ext>
              </a:extLst>
            </p:cNvPr>
            <p:cNvSpPr/>
            <p:nvPr/>
          </p:nvSpPr>
          <p:spPr>
            <a:xfrm>
              <a:off x="82296" y="1351788"/>
              <a:ext cx="1809114" cy="975360"/>
            </a:xfrm>
            <a:custGeom>
              <a:avLst/>
              <a:gdLst/>
              <a:ahLst/>
              <a:cxnLst/>
              <a:rect l="l" t="t" r="r" b="b"/>
              <a:pathLst>
                <a:path w="1809114" h="975360">
                  <a:moveTo>
                    <a:pt x="0" y="243840"/>
                  </a:moveTo>
                  <a:lnTo>
                    <a:pt x="1321308" y="243840"/>
                  </a:lnTo>
                  <a:lnTo>
                    <a:pt x="1321308" y="0"/>
                  </a:lnTo>
                  <a:lnTo>
                    <a:pt x="1808987" y="487679"/>
                  </a:lnTo>
                  <a:lnTo>
                    <a:pt x="1321308" y="975360"/>
                  </a:lnTo>
                  <a:lnTo>
                    <a:pt x="1321308" y="731520"/>
                  </a:lnTo>
                  <a:lnTo>
                    <a:pt x="0" y="731520"/>
                  </a:lnTo>
                  <a:lnTo>
                    <a:pt x="0" y="243840"/>
                  </a:lnTo>
                  <a:close/>
                </a:path>
              </a:pathLst>
            </a:custGeom>
            <a:ln w="10668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12DBB94-66E1-24C3-2FCA-BB4388E0DA35}"/>
              </a:ext>
            </a:extLst>
          </p:cNvPr>
          <p:cNvSpPr txBox="1"/>
          <p:nvPr/>
        </p:nvSpPr>
        <p:spPr>
          <a:xfrm>
            <a:off x="862329" y="910217"/>
            <a:ext cx="14695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38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E7CAF3-3B33-EDC0-83F4-DA98E625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406400"/>
            <a:ext cx="11315700" cy="5981700"/>
          </a:xfrm>
        </p:spPr>
        <p:txBody>
          <a:bodyPr/>
          <a:lstStyle/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Soldier Health Monitoring and Position Tracking System effectively integrates real-time health monitoring, GPS tracking, and AI-based threat detection into a compact, reliable platform.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meets military requirements for portability and performance, while also showing potential for civilian use in areas like emergency response and industrial safety.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technical achievements include sensor fusion, embedded AI deployment, and secure system integration.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that advanced monitoring capabilities can be miniaturized without compromising reliability, laying the groundwork for future autonomous and high-security monitoring systems.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436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CFA7D6-5967-1583-9FE0-F1C32A50F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950" y="195943"/>
            <a:ext cx="10960100" cy="5689600"/>
          </a:xfrm>
        </p:spPr>
        <p:txBody>
          <a:bodyPr>
            <a:normAutofit/>
          </a:bodyPr>
          <a:lstStyle/>
          <a:p>
            <a:pPr algn="l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Beat Sensor Using Fingertip through Arduino P. Srinivasan 1, A. Ayub Khan 2, T. Prabu 3, M.     Manoj 4, M. Ranjan 5, K. Karthik 6/ Journal of Critical Reviews (2020), ISSN- 2394-5125 Vol 7, Issue 7, P: 1058 - 1060.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R.S.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Sabeenian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K.R. Kavitha “Long Term Monitoring of Sleep Disordered Breathing Using IOT Enabled Polymer Sensor Embedded Fabrics ”, International Journal of Psychosocial Rehabilitation, ISSN: 1475-7192, 24 &amp; 7093 - 7010, May 16, 2020.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“Real-Time Tracking &amp; Health Monitoring System of Remote Soldier Using Arm7 ” by P.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S. Agrawal, which discusses the use of an Arm7 microcontroller to track the location and health of soldiers in real-time.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and Development of GPS-GSM Based Tracking System with Google Map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BasedMonitoring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” by Pankaj Verma and J.S Bhatia, which describes a tracking system that uses GPS and GSM technologies to monitor soldiers and display their location on a Google map.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“Implementation of GSM Based Heart Rate and Temperature Monitoring System ” by Subhani Sk. M. Sateesh G.N.V, Chaitanya Ch., and Prakash Babu G., which focuses on monitoring soldiers' heart rate and temperature using GSM technology.</a:t>
            </a:r>
          </a:p>
        </p:txBody>
      </p:sp>
    </p:spTree>
    <p:extLst>
      <p:ext uri="{BB962C8B-B14F-4D97-AF65-F5344CB8AC3E}">
        <p14:creationId xmlns:p14="http://schemas.microsoft.com/office/powerpoint/2010/main" val="3804480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077F16-C5F4-A5B1-BFAC-C9BD08810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584200"/>
            <a:ext cx="9601200" cy="53213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N" sz="5400" dirty="0"/>
          </a:p>
          <a:p>
            <a:endParaRPr lang="en-IN" sz="5400" dirty="0"/>
          </a:p>
          <a:p>
            <a:endParaRPr lang="en-IN" sz="5400" dirty="0"/>
          </a:p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6767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2627</Words>
  <Application>Microsoft Office PowerPoint</Application>
  <PresentationFormat>Widescreen</PresentationFormat>
  <Paragraphs>360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Wingdings</vt:lpstr>
      <vt:lpstr>Office Theme</vt:lpstr>
      <vt:lpstr>VISVESVARAYA TECHNOLOGICAL UNIVERSITY “JNANA SANGAMA”, BELAGAVI, KARNATAKA-590 018  MYSURU ROYAL INSTITUTE OF TECHNOLOGY Lakshmipura Road, Srirangapatna, Mandya – 571406 DEPARTMENT OF ELECTRONICS AND COMMUNICATION ENGINEERING Project Work [BEC786] Phase-II Presentation on Title: “Soldier Health Monitoring and Position Tracking System” </vt:lpstr>
      <vt:lpstr>PowerPoint Presentation</vt:lpstr>
      <vt:lpstr>Abstract</vt:lpstr>
      <vt:lpstr>     </vt:lpstr>
      <vt:lpstr>PowerPoint Presentation</vt:lpstr>
      <vt:lpstr>PowerPoint Presentation</vt:lpstr>
      <vt:lpstr>Problem Statement</vt:lpstr>
      <vt:lpstr>Objective    </vt:lpstr>
      <vt:lpstr>Methodology</vt:lpstr>
      <vt:lpstr>This  system  is  designed  to  monitor  Soldier health and position tracking using  various  sensors  and communication modules. The ESP32 microcontroller acts as the central processing unit that integrates all components.</vt:lpstr>
      <vt:lpstr>PowerPoint Presentation</vt:lpstr>
      <vt:lpstr>Hardware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nertivijayalaxmi@gmail.com</dc:creator>
  <cp:lastModifiedBy>nertivijayalaxmi@gmail.com</cp:lastModifiedBy>
  <cp:revision>9</cp:revision>
  <dcterms:created xsi:type="dcterms:W3CDTF">2025-10-13T14:19:33Z</dcterms:created>
  <dcterms:modified xsi:type="dcterms:W3CDTF">2025-11-09T15:14:43Z</dcterms:modified>
</cp:coreProperties>
</file>